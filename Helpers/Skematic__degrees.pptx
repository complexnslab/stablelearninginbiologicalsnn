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ED5D-FC91-A09A-79E1-76A009C0E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D2025-CF57-EE58-6F4E-FE8793AF4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7BC2E-CEF9-2E6A-8C5F-B4DCD1A3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8A7EB-539A-E9D4-FED8-E586C7071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DA6E4-C93F-D66E-AA0D-6D7D01892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6335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45AF-F86D-CE05-23BF-CE97616FD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AB905-D8B9-9EE1-A84B-91AFD7C71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2C39C-E7A4-14BD-5D27-59DECD0F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C023F-4530-AE97-F9BF-63D7B59E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60211-8972-59D0-EAB5-78FDCE09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1448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C2DE-802A-782D-54B2-1FCF5C2B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6171F-5F58-F485-AB6C-729ACC0C5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4732-5440-0FC8-3542-226FDBA1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1FD58-08B5-8AA1-5F93-994DF7EE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478F3-4FDD-D6FB-A318-4EEF0C6D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8810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821A0-F7DA-65B4-B11A-7BE07856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DDA22-614D-5871-F649-66633B05D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4477-C0ED-DA0B-0413-2A8AD35A2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0E8A8-0915-AC0D-5D82-E805D9826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1759D-984E-EEEA-26C8-CD522F61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229CD-5953-DFD6-F1F1-09012DEC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647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E246C-524D-F176-8C15-684F4792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1CEFE-31F5-B134-6794-0FF9C1FD2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E1A16A-5298-FC19-B423-7AB0943E8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CD574-3044-A03A-3009-8E8CC6215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8402A5-9446-8D26-812F-CC8E028CE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B95C77-B97D-8453-3C58-6E4CD310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EC121-BE4E-B63C-C2C4-A28D336F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FDFF9C-AFC8-79BE-81E2-3F4F82206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3143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542EB-A43D-B4D7-13FD-547154CF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34019-504E-2C8B-E922-988D66623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B6638-825F-5DCC-11B8-41C22359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80589-4C7B-D2C8-0EC1-E3CB6ADD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902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B5512-BC06-2454-ECD4-19AABAC4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16886-9452-5585-4F62-69C982C32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D4E6E-319B-3CB0-FB8A-451B9F8F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242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7177-B7AF-95F3-D945-3A7A342B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B98F-158D-1862-3E7D-C5D997044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3D30B-3F02-2242-CDDA-04838E367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4708C-E17E-BA92-927E-CAF14359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F782C-5B8B-0556-9705-5583395F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64383-2AAB-08A7-3613-FD2DE814C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49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84AA-805F-BFFF-839B-D589CF76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93ED1-5ACA-418E-9A73-2CFBD607C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38174-AB0C-82BB-B15F-4FE10B493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0AA7D-8B34-9B6B-C151-8A5090D15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3EAAB-6AD5-6047-C313-F61167D52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ED4FE-31DA-8C13-6D1F-07AD0CB4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6625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34027-EC02-BE8A-BCD2-F890C8D2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52B6F-F06F-EA4C-F597-99F9DE0DF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B6A09-F188-4FA7-667A-BE709289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2985D-8FFC-2C42-B0D7-C51871A38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F9F4B-0907-1FA4-64C7-1C23B165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069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58E27C-BF91-6A0F-340D-C001125A3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59C99-3150-3291-680B-718260C11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6E9D8-BA9D-D581-ADCC-C571525F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8A9B6-7CEF-D1B6-89E9-E9AEA9787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FA585-58F9-B624-1FC6-84EFF86E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789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780E9-B883-C84E-36A8-B449F4F4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0F2FE-99CF-0FD3-EE25-A78D7F343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E706D-1136-8F3B-B076-4035BABA7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97096-DC01-446A-8091-F0DF7F92F99F}" type="datetimeFigureOut">
              <a:rPr lang="en-CA" smtClean="0"/>
              <a:t>2025-05-25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E1A3C-9EA6-CE0D-CC70-2A485F28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4B82C-0A93-0483-27ED-439B8D625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A6981-935C-4E9A-B1BD-5A94329811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8280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35E685-C853-2B9E-0BA0-771CF9E746FC}"/>
              </a:ext>
            </a:extLst>
          </p:cNvPr>
          <p:cNvSpPr/>
          <p:nvPr/>
        </p:nvSpPr>
        <p:spPr>
          <a:xfrm>
            <a:off x="3864212" y="3028006"/>
            <a:ext cx="818865" cy="79157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DC93B-12D4-E664-C5E7-3F36DEB2EC5F}"/>
              </a:ext>
            </a:extLst>
          </p:cNvPr>
          <p:cNvSpPr txBox="1"/>
          <p:nvPr/>
        </p:nvSpPr>
        <p:spPr>
          <a:xfrm>
            <a:off x="3356259" y="2156222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9B4FAA-BF2F-638F-1AEF-FFC71D3C9FDD}"/>
              </a:ext>
            </a:extLst>
          </p:cNvPr>
          <p:cNvSpPr txBox="1"/>
          <p:nvPr/>
        </p:nvSpPr>
        <p:spPr>
          <a:xfrm>
            <a:off x="3356259" y="4369965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AD330C-07AD-67C5-CBB0-7A338CDAC12A}"/>
              </a:ext>
            </a:extLst>
          </p:cNvPr>
          <p:cNvSpPr txBox="1"/>
          <p:nvPr/>
        </p:nvSpPr>
        <p:spPr>
          <a:xfrm>
            <a:off x="4563157" y="2151102"/>
            <a:ext cx="62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Inh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27C34-2FD9-ED99-1EB9-5494C078C20D}"/>
              </a:ext>
            </a:extLst>
          </p:cNvPr>
          <p:cNvSpPr txBox="1"/>
          <p:nvPr/>
        </p:nvSpPr>
        <p:spPr>
          <a:xfrm>
            <a:off x="4502832" y="4369965"/>
            <a:ext cx="682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Inh</a:t>
            </a:r>
            <a:endParaRPr lang="en-CA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886CAEA-F255-6227-C34D-E0B866BCF9CE}"/>
              </a:ext>
            </a:extLst>
          </p:cNvPr>
          <p:cNvCxnSpPr>
            <a:cxnSpLocks/>
            <a:stCxn id="8" idx="2"/>
            <a:endCxn id="4" idx="1"/>
          </p:cNvCxnSpPr>
          <p:nvPr/>
        </p:nvCxnSpPr>
        <p:spPr>
          <a:xfrm>
            <a:off x="3575334" y="2525554"/>
            <a:ext cx="408798" cy="618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BCCD7F-55FB-BCCA-61C3-B90FFA009A4E}"/>
              </a:ext>
            </a:extLst>
          </p:cNvPr>
          <p:cNvCxnSpPr>
            <a:cxnSpLocks/>
            <a:stCxn id="10" idx="2"/>
            <a:endCxn id="4" idx="7"/>
          </p:cNvCxnSpPr>
          <p:nvPr/>
        </p:nvCxnSpPr>
        <p:spPr>
          <a:xfrm flipH="1">
            <a:off x="4563157" y="2520434"/>
            <a:ext cx="311150" cy="623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66E2AF-5116-6EFA-698C-C59E88BFEC62}"/>
              </a:ext>
            </a:extLst>
          </p:cNvPr>
          <p:cNvCxnSpPr>
            <a:cxnSpLocks/>
            <a:stCxn id="4" idx="3"/>
            <a:endCxn id="9" idx="0"/>
          </p:cNvCxnSpPr>
          <p:nvPr/>
        </p:nvCxnSpPr>
        <p:spPr>
          <a:xfrm flipH="1">
            <a:off x="3575334" y="3703653"/>
            <a:ext cx="408798" cy="66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6995CB-3F2D-C1B6-7AB5-891A3B23C10A}"/>
              </a:ext>
            </a:extLst>
          </p:cNvPr>
          <p:cNvCxnSpPr>
            <a:cxnSpLocks/>
            <a:stCxn id="4" idx="5"/>
            <a:endCxn id="11" idx="0"/>
          </p:cNvCxnSpPr>
          <p:nvPr/>
        </p:nvCxnSpPr>
        <p:spPr>
          <a:xfrm>
            <a:off x="4563157" y="3703653"/>
            <a:ext cx="280988" cy="666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881C5CC-EF8E-25DB-887D-0DD629138E1A}"/>
              </a:ext>
            </a:extLst>
          </p:cNvPr>
          <p:cNvSpPr/>
          <p:nvPr/>
        </p:nvSpPr>
        <p:spPr>
          <a:xfrm>
            <a:off x="6096000" y="3046530"/>
            <a:ext cx="818865" cy="79157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Inh</a:t>
            </a:r>
            <a:endParaRPr lang="en-CA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B49E41-F71D-B838-542E-D5EC9F350EBF}"/>
              </a:ext>
            </a:extLst>
          </p:cNvPr>
          <p:cNvSpPr txBox="1"/>
          <p:nvPr/>
        </p:nvSpPr>
        <p:spPr>
          <a:xfrm>
            <a:off x="6273649" y="2167174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FFC96-CF52-0C22-B05F-608A73A78519}"/>
              </a:ext>
            </a:extLst>
          </p:cNvPr>
          <p:cNvSpPr txBox="1"/>
          <p:nvPr/>
        </p:nvSpPr>
        <p:spPr>
          <a:xfrm>
            <a:off x="6273649" y="4380917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</a:t>
            </a:r>
            <a:endParaRPr lang="en-CA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76EB9CB-AA69-7BDA-0C78-E58E4FD17EEA}"/>
              </a:ext>
            </a:extLst>
          </p:cNvPr>
          <p:cNvCxnSpPr>
            <a:cxnSpLocks/>
            <a:stCxn id="35" idx="2"/>
            <a:endCxn id="34" idx="0"/>
          </p:cNvCxnSpPr>
          <p:nvPr/>
        </p:nvCxnSpPr>
        <p:spPr>
          <a:xfrm>
            <a:off x="6492724" y="2536506"/>
            <a:ext cx="12709" cy="510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C32ECE-DCDB-1596-1164-BC6D5F959E58}"/>
              </a:ext>
            </a:extLst>
          </p:cNvPr>
          <p:cNvCxnSpPr>
            <a:cxnSpLocks/>
            <a:stCxn id="34" idx="4"/>
            <a:endCxn id="36" idx="0"/>
          </p:cNvCxnSpPr>
          <p:nvPr/>
        </p:nvCxnSpPr>
        <p:spPr>
          <a:xfrm flipH="1">
            <a:off x="6492724" y="3838100"/>
            <a:ext cx="12709" cy="542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667E1B5-BF9F-7870-D44A-ABC78F5B0017}"/>
                  </a:ext>
                </a:extLst>
              </p:cNvPr>
              <p:cNvSpPr txBox="1"/>
              <p:nvPr/>
            </p:nvSpPr>
            <p:spPr>
              <a:xfrm>
                <a:off x="4742181" y="3810241"/>
                <a:ext cx="485261" cy="2900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667E1B5-BF9F-7870-D44A-ABC78F5B0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181" y="3810241"/>
                <a:ext cx="485261" cy="290079"/>
              </a:xfrm>
              <a:prstGeom prst="rect">
                <a:avLst/>
              </a:prstGeom>
              <a:blipFill>
                <a:blip r:embed="rId2"/>
                <a:stretch>
                  <a:fillRect l="-12500" r="-3750" b="-208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525D1CD-0B20-E287-E372-B584A715768E}"/>
                  </a:ext>
                </a:extLst>
              </p:cNvPr>
              <p:cNvSpPr txBox="1"/>
              <p:nvPr/>
            </p:nvSpPr>
            <p:spPr>
              <a:xfrm>
                <a:off x="3247845" y="3862133"/>
                <a:ext cx="5166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525D1CD-0B20-E287-E372-B584A7157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7845" y="3862133"/>
                <a:ext cx="516615" cy="276999"/>
              </a:xfrm>
              <a:prstGeom prst="rect">
                <a:avLst/>
              </a:prstGeom>
              <a:blipFill>
                <a:blip r:embed="rId3"/>
                <a:stretch>
                  <a:fillRect l="-11765" t="-2222" b="-1111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D83C6A4-AFA7-47D9-E706-88F50C422B76}"/>
                  </a:ext>
                </a:extLst>
              </p:cNvPr>
              <p:cNvSpPr txBox="1"/>
              <p:nvPr/>
            </p:nvSpPr>
            <p:spPr>
              <a:xfrm>
                <a:off x="6505432" y="3917315"/>
                <a:ext cx="485261" cy="2900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D83C6A4-AFA7-47D9-E706-88F50C422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432" y="3917315"/>
                <a:ext cx="485261" cy="290079"/>
              </a:xfrm>
              <a:prstGeom prst="rect">
                <a:avLst/>
              </a:prstGeom>
              <a:blipFill>
                <a:blip r:embed="rId4"/>
                <a:stretch>
                  <a:fillRect l="-12500" r="-2500" b="-2127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8D513EA-5679-B027-CF5F-C6C07FFE7475}"/>
                  </a:ext>
                </a:extLst>
              </p:cNvPr>
              <p:cNvSpPr txBox="1"/>
              <p:nvPr/>
            </p:nvSpPr>
            <p:spPr>
              <a:xfrm>
                <a:off x="2715549" y="2786438"/>
                <a:ext cx="1074461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8D513EA-5679-B027-CF5F-C6C07FFE7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549" y="2786438"/>
                <a:ext cx="1074461" cy="285912"/>
              </a:xfrm>
              <a:prstGeom prst="rect">
                <a:avLst/>
              </a:prstGeom>
              <a:blipFill>
                <a:blip r:embed="rId5"/>
                <a:stretch>
                  <a:fillRect l="-5085" t="-4255" r="-5085" b="-1276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56F1515-8A05-96E3-2788-C0A97BFA4788}"/>
                  </a:ext>
                </a:extLst>
              </p:cNvPr>
              <p:cNvSpPr txBox="1"/>
              <p:nvPr/>
            </p:nvSpPr>
            <p:spPr>
              <a:xfrm>
                <a:off x="4804669" y="2743242"/>
                <a:ext cx="914866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56F1515-8A05-96E3-2788-C0A97BFA4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669" y="2743242"/>
                <a:ext cx="914866" cy="303288"/>
              </a:xfrm>
              <a:prstGeom prst="rect">
                <a:avLst/>
              </a:prstGeom>
              <a:blipFill>
                <a:blip r:embed="rId6"/>
                <a:stretch>
                  <a:fillRect l="-6667" t="-2000" r="-6667" b="-2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CAAE506-CE12-4F7B-85DC-B64067C98B0A}"/>
                  </a:ext>
                </a:extLst>
              </p:cNvPr>
              <p:cNvSpPr txBox="1"/>
              <p:nvPr/>
            </p:nvSpPr>
            <p:spPr>
              <a:xfrm>
                <a:off x="6505432" y="2602550"/>
                <a:ext cx="914866" cy="303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2CAAE506-CE12-4F7B-85DC-B64067C98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432" y="2602550"/>
                <a:ext cx="914866" cy="303288"/>
              </a:xfrm>
              <a:prstGeom prst="rect">
                <a:avLst/>
              </a:prstGeom>
              <a:blipFill>
                <a:blip r:embed="rId7"/>
                <a:stretch>
                  <a:fillRect l="-6667" t="-4000" r="-6667" b="-18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5281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2025-05-26T01:29:32Z</dcterms:created>
  <dcterms:modified xsi:type="dcterms:W3CDTF">2025-05-26T01:57:08Z</dcterms:modified>
</cp:coreProperties>
</file>