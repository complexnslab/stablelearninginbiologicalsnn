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7" r:id="rId2"/>
    <p:sldId id="256" r:id="rId3"/>
  </p:sldIdLst>
  <p:sldSz cx="1800066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48"/>
  </p:normalViewPr>
  <p:slideViewPr>
    <p:cSldViewPr snapToGrid="0">
      <p:cViewPr varScale="1">
        <p:scale>
          <a:sx n="94" d="100"/>
          <a:sy n="94" d="100"/>
        </p:scale>
        <p:origin x="109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shia Razavi" userId="904038e0-47ff-4f77-ac26-7244a83cfac5" providerId="ADAL" clId="{1EC48727-9AED-D34B-9364-B026A9BCCBD1}"/>
    <pc:docChg chg="undo custSel modSld">
      <pc:chgData name="Arshia Razavi" userId="904038e0-47ff-4f77-ac26-7244a83cfac5" providerId="ADAL" clId="{1EC48727-9AED-D34B-9364-B026A9BCCBD1}" dt="2025-01-28T23:04:29.058" v="12" actId="14100"/>
      <pc:docMkLst>
        <pc:docMk/>
      </pc:docMkLst>
      <pc:sldChg chg="modSp mod">
        <pc:chgData name="Arshia Razavi" userId="904038e0-47ff-4f77-ac26-7244a83cfac5" providerId="ADAL" clId="{1EC48727-9AED-D34B-9364-B026A9BCCBD1}" dt="2025-01-28T23:04:29.058" v="12" actId="14100"/>
        <pc:sldMkLst>
          <pc:docMk/>
          <pc:sldMk cId="4205081063" sldId="256"/>
        </pc:sldMkLst>
        <pc:spChg chg="mod">
          <ac:chgData name="Arshia Razavi" userId="904038e0-47ff-4f77-ac26-7244a83cfac5" providerId="ADAL" clId="{1EC48727-9AED-D34B-9364-B026A9BCCBD1}" dt="2025-01-28T23:03:44.843" v="2" actId="14100"/>
          <ac:spMkLst>
            <pc:docMk/>
            <pc:sldMk cId="4205081063" sldId="256"/>
            <ac:spMk id="45" creationId="{76D3321D-A505-EDD5-DB4E-1AF3D0227AD6}"/>
          </ac:spMkLst>
        </pc:spChg>
        <pc:spChg chg="mod">
          <ac:chgData name="Arshia Razavi" userId="904038e0-47ff-4f77-ac26-7244a83cfac5" providerId="ADAL" clId="{1EC48727-9AED-D34B-9364-B026A9BCCBD1}" dt="2025-01-28T23:04:08.636" v="7" actId="14100"/>
          <ac:spMkLst>
            <pc:docMk/>
            <pc:sldMk cId="4205081063" sldId="256"/>
            <ac:spMk id="46" creationId="{3F05196D-A0C8-A210-97C1-8328DE93308B}"/>
          </ac:spMkLst>
        </pc:spChg>
        <pc:spChg chg="mod">
          <ac:chgData name="Arshia Razavi" userId="904038e0-47ff-4f77-ac26-7244a83cfac5" providerId="ADAL" clId="{1EC48727-9AED-D34B-9364-B026A9BCCBD1}" dt="2025-01-28T23:04:11.859" v="8" actId="14100"/>
          <ac:spMkLst>
            <pc:docMk/>
            <pc:sldMk cId="4205081063" sldId="256"/>
            <ac:spMk id="63" creationId="{977CEACB-EBFE-2007-5D78-981B83F36A2A}"/>
          </ac:spMkLst>
        </pc:spChg>
        <pc:spChg chg="mod">
          <ac:chgData name="Arshia Razavi" userId="904038e0-47ff-4f77-ac26-7244a83cfac5" providerId="ADAL" clId="{1EC48727-9AED-D34B-9364-B026A9BCCBD1}" dt="2025-01-28T23:04:18.307" v="9" actId="14100"/>
          <ac:spMkLst>
            <pc:docMk/>
            <pc:sldMk cId="4205081063" sldId="256"/>
            <ac:spMk id="64" creationId="{52956594-D64D-1444-84EC-F404944EFFC4}"/>
          </ac:spMkLst>
        </pc:spChg>
        <pc:spChg chg="mod">
          <ac:chgData name="Arshia Razavi" userId="904038e0-47ff-4f77-ac26-7244a83cfac5" providerId="ADAL" clId="{1EC48727-9AED-D34B-9364-B026A9BCCBD1}" dt="2025-01-28T23:04:18.911" v="10" actId="1076"/>
          <ac:spMkLst>
            <pc:docMk/>
            <pc:sldMk cId="4205081063" sldId="256"/>
            <ac:spMk id="71" creationId="{361CEAFF-89C3-C683-4125-B77D47D0A034}"/>
          </ac:spMkLst>
        </pc:spChg>
        <pc:spChg chg="mod">
          <ac:chgData name="Arshia Razavi" userId="904038e0-47ff-4f77-ac26-7244a83cfac5" providerId="ADAL" clId="{1EC48727-9AED-D34B-9364-B026A9BCCBD1}" dt="2025-01-28T23:04:24.723" v="11" actId="14100"/>
          <ac:spMkLst>
            <pc:docMk/>
            <pc:sldMk cId="4205081063" sldId="256"/>
            <ac:spMk id="75" creationId="{724611C8-897C-63F0-087C-34816D53CD88}"/>
          </ac:spMkLst>
        </pc:spChg>
        <pc:spChg chg="mod">
          <ac:chgData name="Arshia Razavi" userId="904038e0-47ff-4f77-ac26-7244a83cfac5" providerId="ADAL" clId="{1EC48727-9AED-D34B-9364-B026A9BCCBD1}" dt="2025-01-28T23:04:29.058" v="12" actId="14100"/>
          <ac:spMkLst>
            <pc:docMk/>
            <pc:sldMk cId="4205081063" sldId="256"/>
            <ac:spMk id="76" creationId="{4D5ADA9A-ED1A-5F5C-1A54-D023FF4B29A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767462"/>
            <a:ext cx="13500497" cy="3759917"/>
          </a:xfrm>
        </p:spPr>
        <p:txBody>
          <a:bodyPr anchor="b"/>
          <a:lstStyle>
            <a:lvl1pPr algn="ctr">
              <a:defRPr sz="88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5672376"/>
            <a:ext cx="13500497" cy="2607442"/>
          </a:xfrm>
        </p:spPr>
        <p:txBody>
          <a:bodyPr/>
          <a:lstStyle>
            <a:lvl1pPr marL="0" indent="0" algn="ctr">
              <a:buNone/>
              <a:defRPr sz="3543"/>
            </a:lvl1pPr>
            <a:lvl2pPr marL="675010" indent="0" algn="ctr">
              <a:buNone/>
              <a:defRPr sz="2953"/>
            </a:lvl2pPr>
            <a:lvl3pPr marL="1350020" indent="0" algn="ctr">
              <a:buNone/>
              <a:defRPr sz="2658"/>
            </a:lvl3pPr>
            <a:lvl4pPr marL="2025030" indent="0" algn="ctr">
              <a:buNone/>
              <a:defRPr sz="2362"/>
            </a:lvl4pPr>
            <a:lvl5pPr marL="2700040" indent="0" algn="ctr">
              <a:buNone/>
              <a:defRPr sz="2362"/>
            </a:lvl5pPr>
            <a:lvl6pPr marL="3375050" indent="0" algn="ctr">
              <a:buNone/>
              <a:defRPr sz="2362"/>
            </a:lvl6pPr>
            <a:lvl7pPr marL="4050060" indent="0" algn="ctr">
              <a:buNone/>
              <a:defRPr sz="2362"/>
            </a:lvl7pPr>
            <a:lvl8pPr marL="4725071" indent="0" algn="ctr">
              <a:buNone/>
              <a:defRPr sz="2362"/>
            </a:lvl8pPr>
            <a:lvl9pPr marL="5400081" indent="0" algn="ctr">
              <a:buNone/>
              <a:defRPr sz="236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73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979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2692442"/>
            <a:ext cx="15525572" cy="4492401"/>
          </a:xfrm>
        </p:spPr>
        <p:txBody>
          <a:bodyPr anchor="b"/>
          <a:lstStyle>
            <a:lvl1pPr>
              <a:defRPr sz="885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7227343"/>
            <a:ext cx="15525572" cy="2362447"/>
          </a:xfrm>
        </p:spPr>
        <p:txBody>
          <a:bodyPr/>
          <a:lstStyle>
            <a:lvl1pPr marL="0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1pPr>
            <a:lvl2pPr marL="675010" indent="0">
              <a:buNone/>
              <a:defRPr sz="2953">
                <a:solidFill>
                  <a:schemeClr val="tx1">
                    <a:tint val="82000"/>
                  </a:schemeClr>
                </a:solidFill>
              </a:defRPr>
            </a:lvl2pPr>
            <a:lvl3pPr marL="1350020" indent="0">
              <a:buNone/>
              <a:defRPr sz="2658">
                <a:solidFill>
                  <a:schemeClr val="tx1">
                    <a:tint val="82000"/>
                  </a:schemeClr>
                </a:solidFill>
              </a:defRPr>
            </a:lvl3pPr>
            <a:lvl4pPr marL="202503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4pPr>
            <a:lvl5pPr marL="270004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5pPr>
            <a:lvl6pPr marL="337505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6pPr>
            <a:lvl7pPr marL="4050060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7pPr>
            <a:lvl8pPr marL="4725071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8pPr>
            <a:lvl9pPr marL="5400081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302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874937"/>
            <a:ext cx="7650282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874937"/>
            <a:ext cx="7650282" cy="6852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4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574988"/>
            <a:ext cx="15525572" cy="208745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2647443"/>
            <a:ext cx="7615123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3944914"/>
            <a:ext cx="7615123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2647443"/>
            <a:ext cx="7652626" cy="1297471"/>
          </a:xfrm>
        </p:spPr>
        <p:txBody>
          <a:bodyPr anchor="b"/>
          <a:lstStyle>
            <a:lvl1pPr marL="0" indent="0">
              <a:buNone/>
              <a:defRPr sz="3543" b="1"/>
            </a:lvl1pPr>
            <a:lvl2pPr marL="675010" indent="0">
              <a:buNone/>
              <a:defRPr sz="2953" b="1"/>
            </a:lvl2pPr>
            <a:lvl3pPr marL="1350020" indent="0">
              <a:buNone/>
              <a:defRPr sz="2658" b="1"/>
            </a:lvl3pPr>
            <a:lvl4pPr marL="2025030" indent="0">
              <a:buNone/>
              <a:defRPr sz="2362" b="1"/>
            </a:lvl4pPr>
            <a:lvl5pPr marL="2700040" indent="0">
              <a:buNone/>
              <a:defRPr sz="2362" b="1"/>
            </a:lvl5pPr>
            <a:lvl6pPr marL="3375050" indent="0">
              <a:buNone/>
              <a:defRPr sz="2362" b="1"/>
            </a:lvl6pPr>
            <a:lvl7pPr marL="4050060" indent="0">
              <a:buNone/>
              <a:defRPr sz="2362" b="1"/>
            </a:lvl7pPr>
            <a:lvl8pPr marL="4725071" indent="0">
              <a:buNone/>
              <a:defRPr sz="2362" b="1"/>
            </a:lvl8pPr>
            <a:lvl9pPr marL="5400081" indent="0">
              <a:buNone/>
              <a:defRPr sz="236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3944914"/>
            <a:ext cx="7652626" cy="5802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84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403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388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554966"/>
            <a:ext cx="9112836" cy="7674832"/>
          </a:xfrm>
        </p:spPr>
        <p:txBody>
          <a:bodyPr/>
          <a:lstStyle>
            <a:lvl1pPr>
              <a:defRPr sz="4724"/>
            </a:lvl1pPr>
            <a:lvl2pPr>
              <a:defRPr sz="4134"/>
            </a:lvl2pPr>
            <a:lvl3pPr>
              <a:defRPr sz="3543"/>
            </a:lvl3pPr>
            <a:lvl4pPr>
              <a:defRPr sz="2953"/>
            </a:lvl4pPr>
            <a:lvl5pPr>
              <a:defRPr sz="2953"/>
            </a:lvl5pPr>
            <a:lvl6pPr>
              <a:defRPr sz="2953"/>
            </a:lvl6pPr>
            <a:lvl7pPr>
              <a:defRPr sz="2953"/>
            </a:lvl7pPr>
            <a:lvl8pPr>
              <a:defRPr sz="2953"/>
            </a:lvl8pPr>
            <a:lvl9pPr>
              <a:defRPr sz="29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318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719984"/>
            <a:ext cx="5805682" cy="2519945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554966"/>
            <a:ext cx="9112836" cy="7674832"/>
          </a:xfrm>
        </p:spPr>
        <p:txBody>
          <a:bodyPr anchor="t"/>
          <a:lstStyle>
            <a:lvl1pPr marL="0" indent="0">
              <a:buNone/>
              <a:defRPr sz="4724"/>
            </a:lvl1pPr>
            <a:lvl2pPr marL="675010" indent="0">
              <a:buNone/>
              <a:defRPr sz="4134"/>
            </a:lvl2pPr>
            <a:lvl3pPr marL="1350020" indent="0">
              <a:buNone/>
              <a:defRPr sz="3543"/>
            </a:lvl3pPr>
            <a:lvl4pPr marL="2025030" indent="0">
              <a:buNone/>
              <a:defRPr sz="2953"/>
            </a:lvl4pPr>
            <a:lvl5pPr marL="2700040" indent="0">
              <a:buNone/>
              <a:defRPr sz="2953"/>
            </a:lvl5pPr>
            <a:lvl6pPr marL="3375050" indent="0">
              <a:buNone/>
              <a:defRPr sz="2953"/>
            </a:lvl6pPr>
            <a:lvl7pPr marL="4050060" indent="0">
              <a:buNone/>
              <a:defRPr sz="2953"/>
            </a:lvl7pPr>
            <a:lvl8pPr marL="4725071" indent="0">
              <a:buNone/>
              <a:defRPr sz="2953"/>
            </a:lvl8pPr>
            <a:lvl9pPr marL="5400081" indent="0">
              <a:buNone/>
              <a:defRPr sz="29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3239929"/>
            <a:ext cx="5805682" cy="6002369"/>
          </a:xfrm>
        </p:spPr>
        <p:txBody>
          <a:bodyPr/>
          <a:lstStyle>
            <a:lvl1pPr marL="0" indent="0">
              <a:buNone/>
              <a:defRPr sz="2362"/>
            </a:lvl1pPr>
            <a:lvl2pPr marL="675010" indent="0">
              <a:buNone/>
              <a:defRPr sz="2067"/>
            </a:lvl2pPr>
            <a:lvl3pPr marL="1350020" indent="0">
              <a:buNone/>
              <a:defRPr sz="1772"/>
            </a:lvl3pPr>
            <a:lvl4pPr marL="2025030" indent="0">
              <a:buNone/>
              <a:defRPr sz="1476"/>
            </a:lvl4pPr>
            <a:lvl5pPr marL="2700040" indent="0">
              <a:buNone/>
              <a:defRPr sz="1476"/>
            </a:lvl5pPr>
            <a:lvl6pPr marL="3375050" indent="0">
              <a:buNone/>
              <a:defRPr sz="1476"/>
            </a:lvl6pPr>
            <a:lvl7pPr marL="4050060" indent="0">
              <a:buNone/>
              <a:defRPr sz="1476"/>
            </a:lvl7pPr>
            <a:lvl8pPr marL="4725071" indent="0">
              <a:buNone/>
              <a:defRPr sz="1476"/>
            </a:lvl8pPr>
            <a:lvl9pPr marL="5400081" indent="0">
              <a:buNone/>
              <a:defRPr sz="147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008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989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574987"/>
            <a:ext cx="3881393" cy="91523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574987"/>
            <a:ext cx="11419171" cy="9152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7E6A9-8A90-E844-B49F-8A8E9126DD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820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574988"/>
            <a:ext cx="15525572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874937"/>
            <a:ext cx="15525572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57E6A9-8A90-E844-B49F-8A8E9126DDB3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0009781"/>
            <a:ext cx="6075224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0009781"/>
            <a:ext cx="4050149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80C017-D030-4D4F-83E4-0B8D393561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307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50020" rtl="0" eaLnBrk="1" latinLnBrk="0" hangingPunct="1">
        <a:lnSpc>
          <a:spcPct val="90000"/>
        </a:lnSpc>
        <a:spcBef>
          <a:spcPct val="0"/>
        </a:spcBef>
        <a:buNone/>
        <a:defRPr sz="64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505" indent="-337505" algn="l" defTabSz="1350020" rtl="0" eaLnBrk="1" latinLnBrk="0" hangingPunct="1">
        <a:lnSpc>
          <a:spcPct val="90000"/>
        </a:lnSpc>
        <a:spcBef>
          <a:spcPts val="1476"/>
        </a:spcBef>
        <a:buFont typeface="Arial" panose="020B0604020202020204" pitchFamily="34" charset="0"/>
        <a:buChar char="•"/>
        <a:defRPr sz="4134" kern="1200">
          <a:solidFill>
            <a:schemeClr val="tx1"/>
          </a:solidFill>
          <a:latin typeface="+mn-lt"/>
          <a:ea typeface="+mn-ea"/>
          <a:cs typeface="+mn-cs"/>
        </a:defRPr>
      </a:lvl1pPr>
      <a:lvl2pPr marL="101251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68752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953" kern="1200">
          <a:solidFill>
            <a:schemeClr val="tx1"/>
          </a:solidFill>
          <a:latin typeface="+mn-lt"/>
          <a:ea typeface="+mn-ea"/>
          <a:cs typeface="+mn-cs"/>
        </a:defRPr>
      </a:lvl3pPr>
      <a:lvl4pPr marL="236253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303754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712555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38756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506257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737586" indent="-337505" algn="l" defTabSz="1350020" rtl="0" eaLnBrk="1" latinLnBrk="0" hangingPunct="1">
        <a:lnSpc>
          <a:spcPct val="90000"/>
        </a:lnSpc>
        <a:spcBef>
          <a:spcPts val="738"/>
        </a:spcBef>
        <a:buFont typeface="Arial" panose="020B0604020202020204" pitchFamily="34" charset="0"/>
        <a:buChar char="•"/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1pPr>
      <a:lvl2pPr marL="67501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2pPr>
      <a:lvl3pPr marL="135002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3pPr>
      <a:lvl4pPr marL="202503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4pPr>
      <a:lvl5pPr marL="270004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5pPr>
      <a:lvl6pPr marL="337505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6pPr>
      <a:lvl7pPr marL="4050060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7pPr>
      <a:lvl8pPr marL="472507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8pPr>
      <a:lvl9pPr marL="5400081" algn="l" defTabSz="1350020" rtl="0" eaLnBrk="1" latinLnBrk="0" hangingPunct="1">
        <a:defRPr sz="265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415232-66DB-A088-D84C-89B10B9729DA}"/>
              </a:ext>
            </a:extLst>
          </p:cNvPr>
          <p:cNvSpPr txBox="1"/>
          <p:nvPr/>
        </p:nvSpPr>
        <p:spPr>
          <a:xfrm>
            <a:off x="16448575" y="9419910"/>
            <a:ext cx="153080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C825D0-CFAB-E349-8F8C-FDB83DD5371D}"/>
              </a:ext>
            </a:extLst>
          </p:cNvPr>
          <p:cNvCxnSpPr/>
          <p:nvPr/>
        </p:nvCxnSpPr>
        <p:spPr>
          <a:xfrm>
            <a:off x="935637" y="9981049"/>
            <a:ext cx="2381251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2A3E734-52C2-FAC1-1D10-60AACFC03E01}"/>
              </a:ext>
            </a:extLst>
          </p:cNvPr>
          <p:cNvCxnSpPr>
            <a:cxnSpLocks/>
          </p:cNvCxnSpPr>
          <p:nvPr/>
        </p:nvCxnSpPr>
        <p:spPr>
          <a:xfrm>
            <a:off x="3295967" y="9981049"/>
            <a:ext cx="2402170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9C2DFA-876D-2A97-087B-911D06650E4B}"/>
              </a:ext>
            </a:extLst>
          </p:cNvPr>
          <p:cNvSpPr txBox="1"/>
          <p:nvPr/>
        </p:nvSpPr>
        <p:spPr>
          <a:xfrm>
            <a:off x="1423985" y="10100439"/>
            <a:ext cx="1404552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dirty="0">
                <a:latin typeface="Arial" panose="020B0604020202020204" pitchFamily="34" charset="0"/>
                <a:cs typeface="Arial" panose="020B0604020202020204" pitchFamily="34" charset="0"/>
              </a:rPr>
              <a:t>100 </a:t>
            </a:r>
            <a:r>
              <a:rPr lang="en-CA" sz="2799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74778-31B5-E41B-F981-5B820DE471B7}"/>
              </a:ext>
            </a:extLst>
          </p:cNvPr>
          <p:cNvSpPr txBox="1"/>
          <p:nvPr/>
        </p:nvSpPr>
        <p:spPr>
          <a:xfrm>
            <a:off x="3784314" y="10100439"/>
            <a:ext cx="1404552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dirty="0">
                <a:latin typeface="Arial" panose="020B0604020202020204" pitchFamily="34" charset="0"/>
                <a:cs typeface="Arial" panose="020B0604020202020204" pitchFamily="34" charset="0"/>
              </a:rPr>
              <a:t>100 </a:t>
            </a:r>
            <a:r>
              <a:rPr lang="en-CA" sz="2799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143134-17D4-E9AF-37FB-CD2CF83DA274}"/>
              </a:ext>
            </a:extLst>
          </p:cNvPr>
          <p:cNvSpPr txBox="1"/>
          <p:nvPr/>
        </p:nvSpPr>
        <p:spPr>
          <a:xfrm>
            <a:off x="1514843" y="1513985"/>
            <a:ext cx="1171603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E9029C-D2D6-30EF-73C0-1EDF60986CE9}"/>
              </a:ext>
            </a:extLst>
          </p:cNvPr>
          <p:cNvSpPr txBox="1"/>
          <p:nvPr/>
        </p:nvSpPr>
        <p:spPr>
          <a:xfrm>
            <a:off x="3896096" y="1489850"/>
            <a:ext cx="1171603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911697-0FCA-C363-1E0D-BE8F1A69C7F1}"/>
              </a:ext>
            </a:extLst>
          </p:cNvPr>
          <p:cNvSpPr/>
          <p:nvPr/>
        </p:nvSpPr>
        <p:spPr>
          <a:xfrm>
            <a:off x="1277350" y="2227702"/>
            <a:ext cx="463163" cy="718184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EA9CDD-017A-06D2-49EF-158D91332E52}"/>
              </a:ext>
            </a:extLst>
          </p:cNvPr>
          <p:cNvSpPr txBox="1"/>
          <p:nvPr/>
        </p:nvSpPr>
        <p:spPr>
          <a:xfrm rot="16200000">
            <a:off x="1262711" y="5781200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20946B-289B-EF6A-4642-5684160D60BB}"/>
              </a:ext>
            </a:extLst>
          </p:cNvPr>
          <p:cNvSpPr/>
          <p:nvPr/>
        </p:nvSpPr>
        <p:spPr>
          <a:xfrm>
            <a:off x="3774538" y="2215918"/>
            <a:ext cx="463163" cy="7181842"/>
          </a:xfrm>
          <a:prstGeom prst="rect">
            <a:avLst/>
          </a:prstGeom>
          <a:solidFill>
            <a:srgbClr val="FFFF00"/>
          </a:solidFill>
          <a:ln w="28575"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E00390-6FA2-7714-5FD0-8C705164DDD5}"/>
              </a:ext>
            </a:extLst>
          </p:cNvPr>
          <p:cNvSpPr txBox="1"/>
          <p:nvPr/>
        </p:nvSpPr>
        <p:spPr>
          <a:xfrm rot="16200000">
            <a:off x="3734541" y="5726950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26CA38-612D-0F78-08A1-8E783B3C9557}"/>
              </a:ext>
            </a:extLst>
          </p:cNvPr>
          <p:cNvSpPr txBox="1"/>
          <p:nvPr/>
        </p:nvSpPr>
        <p:spPr>
          <a:xfrm>
            <a:off x="4267310" y="8533666"/>
            <a:ext cx="963725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CA" sz="2799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59BFBC2-5A0D-EC46-1396-5FCCF0187F0B}"/>
              </a:ext>
            </a:extLst>
          </p:cNvPr>
          <p:cNvCxnSpPr>
            <a:cxnSpLocks/>
          </p:cNvCxnSpPr>
          <p:nvPr/>
        </p:nvCxnSpPr>
        <p:spPr>
          <a:xfrm>
            <a:off x="1276850" y="8998585"/>
            <a:ext cx="46366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C063250-A5EE-349F-6640-02EC87843B4A}"/>
              </a:ext>
            </a:extLst>
          </p:cNvPr>
          <p:cNvSpPr txBox="1"/>
          <p:nvPr/>
        </p:nvSpPr>
        <p:spPr>
          <a:xfrm>
            <a:off x="1733878" y="8538761"/>
            <a:ext cx="963725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CA" sz="2799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1B4FDDB-BE9B-4570-92A0-1D6352226CB4}"/>
              </a:ext>
            </a:extLst>
          </p:cNvPr>
          <p:cNvCxnSpPr>
            <a:cxnSpLocks/>
          </p:cNvCxnSpPr>
          <p:nvPr/>
        </p:nvCxnSpPr>
        <p:spPr>
          <a:xfrm>
            <a:off x="3804146" y="8988660"/>
            <a:ext cx="46316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F99DCF4-E842-1888-E2F1-ED1948F4F0F2}"/>
              </a:ext>
            </a:extLst>
          </p:cNvPr>
          <p:cNvSpPr txBox="1"/>
          <p:nvPr/>
        </p:nvSpPr>
        <p:spPr>
          <a:xfrm>
            <a:off x="6270343" y="1527755"/>
            <a:ext cx="1171603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A0E2CA-C2BF-F111-BB77-FB74D4D196EA}"/>
              </a:ext>
            </a:extLst>
          </p:cNvPr>
          <p:cNvSpPr txBox="1"/>
          <p:nvPr/>
        </p:nvSpPr>
        <p:spPr>
          <a:xfrm>
            <a:off x="8651594" y="1503621"/>
            <a:ext cx="1171603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8712FD2-B82B-ACA4-D01C-DF5E793B7047}"/>
              </a:ext>
            </a:extLst>
          </p:cNvPr>
          <p:cNvSpPr/>
          <p:nvPr/>
        </p:nvSpPr>
        <p:spPr>
          <a:xfrm>
            <a:off x="6032850" y="2241471"/>
            <a:ext cx="463163" cy="7181842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04C011-3E7C-A985-D0B6-93C936D43866}"/>
              </a:ext>
            </a:extLst>
          </p:cNvPr>
          <p:cNvSpPr txBox="1"/>
          <p:nvPr/>
        </p:nvSpPr>
        <p:spPr>
          <a:xfrm rot="16200000">
            <a:off x="6018210" y="5794971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BC84ED3-752A-8D81-5838-E2CD1E36F981}"/>
              </a:ext>
            </a:extLst>
          </p:cNvPr>
          <p:cNvSpPr/>
          <p:nvPr/>
        </p:nvSpPr>
        <p:spPr>
          <a:xfrm>
            <a:off x="8530038" y="2229689"/>
            <a:ext cx="463163" cy="7181842"/>
          </a:xfrm>
          <a:prstGeom prst="rect">
            <a:avLst/>
          </a:prstGeom>
          <a:solidFill>
            <a:srgbClr val="FFFF00"/>
          </a:solidFill>
          <a:ln w="28575"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4CED18-3718-5759-9BD9-1CFC3BB517C6}"/>
              </a:ext>
            </a:extLst>
          </p:cNvPr>
          <p:cNvSpPr txBox="1"/>
          <p:nvPr/>
        </p:nvSpPr>
        <p:spPr>
          <a:xfrm rot="16200000">
            <a:off x="8533641" y="5782203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73403C-9888-F22E-2AD8-03B58E649BFC}"/>
              </a:ext>
            </a:extLst>
          </p:cNvPr>
          <p:cNvSpPr txBox="1"/>
          <p:nvPr/>
        </p:nvSpPr>
        <p:spPr>
          <a:xfrm>
            <a:off x="5271111" y="0"/>
            <a:ext cx="57022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 dirty="0">
                <a:latin typeface="Arial" panose="020B0604020202020204" pitchFamily="34" charset="0"/>
                <a:cs typeface="Arial" panose="020B0604020202020204" pitchFamily="34" charset="0"/>
              </a:rPr>
              <a:t>Alternating Learning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AE69AB0-4555-DE29-05FD-42F349786BCA}"/>
              </a:ext>
            </a:extLst>
          </p:cNvPr>
          <p:cNvSpPr/>
          <p:nvPr/>
        </p:nvSpPr>
        <p:spPr>
          <a:xfrm>
            <a:off x="10703902" y="5922095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999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DFB5724-99C6-24D5-D5D6-38C012992704}"/>
              </a:ext>
            </a:extLst>
          </p:cNvPr>
          <p:cNvSpPr/>
          <p:nvPr/>
        </p:nvSpPr>
        <p:spPr>
          <a:xfrm>
            <a:off x="10841207" y="5922095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999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3ABCA3A-1209-E48D-D826-F95E3A84F7D2}"/>
              </a:ext>
            </a:extLst>
          </p:cNvPr>
          <p:cNvSpPr/>
          <p:nvPr/>
        </p:nvSpPr>
        <p:spPr>
          <a:xfrm>
            <a:off x="10980877" y="5922095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999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F91345B-A92A-F324-582B-8F3396BCA31A}"/>
              </a:ext>
            </a:extLst>
          </p:cNvPr>
          <p:cNvSpPr txBox="1"/>
          <p:nvPr/>
        </p:nvSpPr>
        <p:spPr>
          <a:xfrm>
            <a:off x="11653095" y="1537831"/>
            <a:ext cx="1823961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dirty="0">
                <a:latin typeface="Arial" panose="020B0604020202020204" pitchFamily="34" charset="0"/>
                <a:cs typeface="Arial" panose="020B0604020202020204" pitchFamily="34" charset="0"/>
              </a:rPr>
              <a:t>Trial 1000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D43DAFC-D7BA-684E-F4A4-2ED3E2AAFC6D}"/>
              </a:ext>
            </a:extLst>
          </p:cNvPr>
          <p:cNvSpPr txBox="1"/>
          <p:nvPr/>
        </p:nvSpPr>
        <p:spPr>
          <a:xfrm>
            <a:off x="13998868" y="1544845"/>
            <a:ext cx="1823961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dirty="0">
                <a:latin typeface="Arial" panose="020B0604020202020204" pitchFamily="34" charset="0"/>
                <a:cs typeface="Arial" panose="020B0604020202020204" pitchFamily="34" charset="0"/>
              </a:rPr>
              <a:t>Trial 1000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0B3217C-E8A4-102E-B75A-4839A0A49C48}"/>
              </a:ext>
            </a:extLst>
          </p:cNvPr>
          <p:cNvSpPr/>
          <p:nvPr/>
        </p:nvSpPr>
        <p:spPr>
          <a:xfrm>
            <a:off x="11716162" y="2265600"/>
            <a:ext cx="463163" cy="712875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8A7623-827A-70A4-82CA-485A7868493B}"/>
              </a:ext>
            </a:extLst>
          </p:cNvPr>
          <p:cNvSpPr txBox="1"/>
          <p:nvPr/>
        </p:nvSpPr>
        <p:spPr>
          <a:xfrm rot="16200000">
            <a:off x="11701523" y="5819100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272057C-7D66-54E5-9AF8-2B6A605DF3A5}"/>
              </a:ext>
            </a:extLst>
          </p:cNvPr>
          <p:cNvSpPr/>
          <p:nvPr/>
        </p:nvSpPr>
        <p:spPr>
          <a:xfrm>
            <a:off x="14213350" y="2253818"/>
            <a:ext cx="463163" cy="7181842"/>
          </a:xfrm>
          <a:prstGeom prst="rect">
            <a:avLst/>
          </a:prstGeom>
          <a:solidFill>
            <a:srgbClr val="FFFF00"/>
          </a:solidFill>
          <a:ln w="28575"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067EF39-BB0B-23CB-8936-20E47D181D95}"/>
              </a:ext>
            </a:extLst>
          </p:cNvPr>
          <p:cNvSpPr txBox="1"/>
          <p:nvPr/>
        </p:nvSpPr>
        <p:spPr>
          <a:xfrm rot="16200000">
            <a:off x="14216955" y="5806332"/>
            <a:ext cx="4924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6AA4E31-7749-F3C8-5D9C-84158C65E2EB}"/>
              </a:ext>
            </a:extLst>
          </p:cNvPr>
          <p:cNvCxnSpPr>
            <a:cxnSpLocks/>
          </p:cNvCxnSpPr>
          <p:nvPr/>
        </p:nvCxnSpPr>
        <p:spPr>
          <a:xfrm flipV="1">
            <a:off x="900113" y="9397761"/>
            <a:ext cx="15762660" cy="3789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2722C84-81F2-D724-08E5-E1FB59F139E3}"/>
              </a:ext>
            </a:extLst>
          </p:cNvPr>
          <p:cNvCxnSpPr>
            <a:cxnSpLocks/>
          </p:cNvCxnSpPr>
          <p:nvPr/>
        </p:nvCxnSpPr>
        <p:spPr>
          <a:xfrm>
            <a:off x="3316888" y="890789"/>
            <a:ext cx="0" cy="8503561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BA82682-FBDE-B14A-668D-C4FC1016940B}"/>
              </a:ext>
            </a:extLst>
          </p:cNvPr>
          <p:cNvCxnSpPr>
            <a:cxnSpLocks/>
          </p:cNvCxnSpPr>
          <p:nvPr/>
        </p:nvCxnSpPr>
        <p:spPr>
          <a:xfrm>
            <a:off x="5698137" y="905983"/>
            <a:ext cx="0" cy="8503561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111182-5D0C-6CEF-1CB2-B3D6B431DF9E}"/>
              </a:ext>
            </a:extLst>
          </p:cNvPr>
          <p:cNvCxnSpPr>
            <a:cxnSpLocks/>
          </p:cNvCxnSpPr>
          <p:nvPr/>
        </p:nvCxnSpPr>
        <p:spPr>
          <a:xfrm>
            <a:off x="8072386" y="905983"/>
            <a:ext cx="0" cy="8503561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9B37FEC-DB1B-302E-6477-504396647F52}"/>
              </a:ext>
            </a:extLst>
          </p:cNvPr>
          <p:cNvCxnSpPr>
            <a:cxnSpLocks/>
          </p:cNvCxnSpPr>
          <p:nvPr/>
        </p:nvCxnSpPr>
        <p:spPr>
          <a:xfrm>
            <a:off x="10446300" y="916349"/>
            <a:ext cx="0" cy="8503561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6D55DAA-BB0F-167E-BAD4-8E87BB2853D1}"/>
              </a:ext>
            </a:extLst>
          </p:cNvPr>
          <p:cNvCxnSpPr>
            <a:cxnSpLocks/>
          </p:cNvCxnSpPr>
          <p:nvPr/>
        </p:nvCxnSpPr>
        <p:spPr>
          <a:xfrm>
            <a:off x="13755700" y="905983"/>
            <a:ext cx="0" cy="8503561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541816F-09A2-8F21-474C-BBB4F0F93F1C}"/>
              </a:ext>
            </a:extLst>
          </p:cNvPr>
          <p:cNvCxnSpPr>
            <a:cxnSpLocks/>
          </p:cNvCxnSpPr>
          <p:nvPr/>
        </p:nvCxnSpPr>
        <p:spPr>
          <a:xfrm>
            <a:off x="11374449" y="916349"/>
            <a:ext cx="0" cy="8503561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B21D7F6-E608-3427-C059-91720AEC9CC4}"/>
              </a:ext>
            </a:extLst>
          </p:cNvPr>
          <p:cNvCxnSpPr>
            <a:cxnSpLocks/>
          </p:cNvCxnSpPr>
          <p:nvPr/>
        </p:nvCxnSpPr>
        <p:spPr>
          <a:xfrm>
            <a:off x="16113178" y="905983"/>
            <a:ext cx="0" cy="8503561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CFAF6C4-6FE8-8125-6ED0-EDF39B4677B9}"/>
              </a:ext>
            </a:extLst>
          </p:cNvPr>
          <p:cNvCxnSpPr>
            <a:cxnSpLocks/>
          </p:cNvCxnSpPr>
          <p:nvPr/>
        </p:nvCxnSpPr>
        <p:spPr>
          <a:xfrm>
            <a:off x="950525" y="905983"/>
            <a:ext cx="0" cy="8503561"/>
          </a:xfrm>
          <a:prstGeom prst="line">
            <a:avLst/>
          </a:prstGeom>
          <a:ln w="571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C2AF7BC-F4E7-A1FA-7473-9D6A1CEF024C}"/>
              </a:ext>
            </a:extLst>
          </p:cNvPr>
          <p:cNvSpPr txBox="1"/>
          <p:nvPr/>
        </p:nvSpPr>
        <p:spPr>
          <a:xfrm rot="16200000">
            <a:off x="-2628490" y="4984383"/>
            <a:ext cx="59346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800" dirty="0">
                <a:latin typeface="Arial" panose="020B0604020202020204" pitchFamily="34" charset="0"/>
                <a:cs typeface="Arial" panose="020B0604020202020204" pitchFamily="34" charset="0"/>
              </a:rPr>
              <a:t>Stimulation Pulse</a:t>
            </a:r>
          </a:p>
        </p:txBody>
      </p:sp>
    </p:spTree>
    <p:extLst>
      <p:ext uri="{BB962C8B-B14F-4D97-AF65-F5344CB8AC3E}">
        <p14:creationId xmlns:p14="http://schemas.microsoft.com/office/powerpoint/2010/main" val="199433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9E5729E1-94F4-ECAC-FBFD-86BAC615783D}"/>
              </a:ext>
            </a:extLst>
          </p:cNvPr>
          <p:cNvSpPr txBox="1"/>
          <p:nvPr/>
        </p:nvSpPr>
        <p:spPr>
          <a:xfrm>
            <a:off x="16448575" y="9419910"/>
            <a:ext cx="161146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6D3321D-A505-EDD5-DB4E-1AF3D0227AD6}"/>
              </a:ext>
            </a:extLst>
          </p:cNvPr>
          <p:cNvSpPr/>
          <p:nvPr/>
        </p:nvSpPr>
        <p:spPr>
          <a:xfrm>
            <a:off x="935637" y="916351"/>
            <a:ext cx="2381251" cy="84931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 b="1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F05196D-A0C8-A210-97C1-8328DE93308B}"/>
              </a:ext>
            </a:extLst>
          </p:cNvPr>
          <p:cNvSpPr/>
          <p:nvPr/>
        </p:nvSpPr>
        <p:spPr>
          <a:xfrm>
            <a:off x="3316888" y="916351"/>
            <a:ext cx="2381251" cy="84931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ABE6AF6-92D1-84E9-89DD-E48A2B04B040}"/>
              </a:ext>
            </a:extLst>
          </p:cNvPr>
          <p:cNvCxnSpPr/>
          <p:nvPr/>
        </p:nvCxnSpPr>
        <p:spPr>
          <a:xfrm>
            <a:off x="935637" y="9981049"/>
            <a:ext cx="2381251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2BD0C74A-63F8-A881-5556-D1AC2508CDD1}"/>
              </a:ext>
            </a:extLst>
          </p:cNvPr>
          <p:cNvCxnSpPr>
            <a:cxnSpLocks/>
          </p:cNvCxnSpPr>
          <p:nvPr/>
        </p:nvCxnSpPr>
        <p:spPr>
          <a:xfrm>
            <a:off x="3295967" y="9981049"/>
            <a:ext cx="2402170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96C6255-2907-A8F7-C46B-A051F28E4053}"/>
              </a:ext>
            </a:extLst>
          </p:cNvPr>
          <p:cNvSpPr txBox="1"/>
          <p:nvPr/>
        </p:nvSpPr>
        <p:spPr>
          <a:xfrm>
            <a:off x="1423985" y="10100439"/>
            <a:ext cx="1404552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100 </a:t>
            </a:r>
            <a:r>
              <a:rPr lang="en-CA" sz="2799" b="1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1923EA0-8043-9972-247E-C3825ADCE9CF}"/>
              </a:ext>
            </a:extLst>
          </p:cNvPr>
          <p:cNvSpPr txBox="1"/>
          <p:nvPr/>
        </p:nvSpPr>
        <p:spPr>
          <a:xfrm>
            <a:off x="3784314" y="10100439"/>
            <a:ext cx="1404552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100 </a:t>
            </a:r>
            <a:r>
              <a:rPr lang="en-CA" sz="2799" b="1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02E860A-6969-DCBE-5FE1-12DB23469A86}"/>
              </a:ext>
            </a:extLst>
          </p:cNvPr>
          <p:cNvSpPr txBox="1"/>
          <p:nvPr/>
        </p:nvSpPr>
        <p:spPr>
          <a:xfrm>
            <a:off x="1514843" y="1513985"/>
            <a:ext cx="1222835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7B3BA4B-EF53-71CB-0396-6D7B9449DE69}"/>
              </a:ext>
            </a:extLst>
          </p:cNvPr>
          <p:cNvSpPr txBox="1"/>
          <p:nvPr/>
        </p:nvSpPr>
        <p:spPr>
          <a:xfrm>
            <a:off x="3896096" y="1489850"/>
            <a:ext cx="1222835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>
                <a:latin typeface="Arial" panose="020B0604020202020204" pitchFamily="34" charset="0"/>
                <a:cs typeface="Arial" panose="020B0604020202020204" pitchFamily="34" charset="0"/>
              </a:rPr>
              <a:t>Trial 1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34AB7E7-38F7-027E-F269-80A92CBC0634}"/>
              </a:ext>
            </a:extLst>
          </p:cNvPr>
          <p:cNvSpPr/>
          <p:nvPr/>
        </p:nvSpPr>
        <p:spPr>
          <a:xfrm>
            <a:off x="1277350" y="2227702"/>
            <a:ext cx="463163" cy="7181842"/>
          </a:xfrm>
          <a:prstGeom prst="rect">
            <a:avLst/>
          </a:prstGeom>
          <a:solidFill>
            <a:schemeClr val="accent5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F7D348A-33A2-F13B-A392-00FE38698FCF}"/>
              </a:ext>
            </a:extLst>
          </p:cNvPr>
          <p:cNvSpPr txBox="1"/>
          <p:nvPr/>
        </p:nvSpPr>
        <p:spPr>
          <a:xfrm rot="16200000">
            <a:off x="1249887" y="5781200"/>
            <a:ext cx="518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5502417-1B3E-7DD1-4B34-5E37336A31F8}"/>
              </a:ext>
            </a:extLst>
          </p:cNvPr>
          <p:cNvCxnSpPr>
            <a:cxnSpLocks/>
          </p:cNvCxnSpPr>
          <p:nvPr/>
        </p:nvCxnSpPr>
        <p:spPr>
          <a:xfrm flipV="1">
            <a:off x="935635" y="894202"/>
            <a:ext cx="0" cy="852570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E5DDC4AA-9959-EE32-B94A-FD93E82FE6F6}"/>
              </a:ext>
            </a:extLst>
          </p:cNvPr>
          <p:cNvSpPr txBox="1"/>
          <p:nvPr/>
        </p:nvSpPr>
        <p:spPr>
          <a:xfrm rot="16200000">
            <a:off x="-2551820" y="5046265"/>
            <a:ext cx="59346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Stimulation Current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3A04D82-EF25-8C13-9B8A-8C8E8030EA85}"/>
              </a:ext>
            </a:extLst>
          </p:cNvPr>
          <p:cNvSpPr/>
          <p:nvPr/>
        </p:nvSpPr>
        <p:spPr>
          <a:xfrm>
            <a:off x="3774538" y="2215918"/>
            <a:ext cx="463163" cy="7181842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15F3291-74BE-402E-9104-FD4C3FA2DC6A}"/>
              </a:ext>
            </a:extLst>
          </p:cNvPr>
          <p:cNvSpPr txBox="1"/>
          <p:nvPr/>
        </p:nvSpPr>
        <p:spPr>
          <a:xfrm rot="16200000">
            <a:off x="3721717" y="5726950"/>
            <a:ext cx="518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D6195E2-0213-33B0-93D6-31D36B80D95E}"/>
              </a:ext>
            </a:extLst>
          </p:cNvPr>
          <p:cNvSpPr txBox="1"/>
          <p:nvPr/>
        </p:nvSpPr>
        <p:spPr>
          <a:xfrm>
            <a:off x="4267310" y="8533666"/>
            <a:ext cx="1003801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CA" sz="2799" b="1" dirty="0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9684315-DDC9-6740-538B-865125281E8B}"/>
              </a:ext>
            </a:extLst>
          </p:cNvPr>
          <p:cNvCxnSpPr>
            <a:cxnSpLocks/>
          </p:cNvCxnSpPr>
          <p:nvPr/>
        </p:nvCxnSpPr>
        <p:spPr>
          <a:xfrm>
            <a:off x="1276850" y="8998585"/>
            <a:ext cx="46366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35779555-4093-ACF9-9023-8865E4829A7D}"/>
              </a:ext>
            </a:extLst>
          </p:cNvPr>
          <p:cNvSpPr txBox="1"/>
          <p:nvPr/>
        </p:nvSpPr>
        <p:spPr>
          <a:xfrm>
            <a:off x="1733878" y="8538761"/>
            <a:ext cx="1003801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CA" sz="2799" b="1" err="1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endParaRPr lang="en-CA" sz="2799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8866FD66-DB1F-C892-FBCC-5F25E5A2FE6C}"/>
              </a:ext>
            </a:extLst>
          </p:cNvPr>
          <p:cNvCxnSpPr>
            <a:cxnSpLocks/>
          </p:cNvCxnSpPr>
          <p:nvPr/>
        </p:nvCxnSpPr>
        <p:spPr>
          <a:xfrm>
            <a:off x="3804146" y="8988660"/>
            <a:ext cx="463163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977CEACB-EBFE-2007-5D78-981B83F36A2A}"/>
              </a:ext>
            </a:extLst>
          </p:cNvPr>
          <p:cNvSpPr/>
          <p:nvPr/>
        </p:nvSpPr>
        <p:spPr>
          <a:xfrm>
            <a:off x="5691137" y="916350"/>
            <a:ext cx="2381251" cy="85069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 b="1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2956594-D64D-1444-84EC-F404944EFFC4}"/>
              </a:ext>
            </a:extLst>
          </p:cNvPr>
          <p:cNvSpPr/>
          <p:nvPr/>
        </p:nvSpPr>
        <p:spPr>
          <a:xfrm>
            <a:off x="8072386" y="916350"/>
            <a:ext cx="2381251" cy="85069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12C3BA0-D05A-E09F-22D7-716D5F54220F}"/>
              </a:ext>
            </a:extLst>
          </p:cNvPr>
          <p:cNvSpPr txBox="1"/>
          <p:nvPr/>
        </p:nvSpPr>
        <p:spPr>
          <a:xfrm>
            <a:off x="6270343" y="1527755"/>
            <a:ext cx="1222835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53A1483-BEA3-15C4-EA8A-4C0EC5952823}"/>
              </a:ext>
            </a:extLst>
          </p:cNvPr>
          <p:cNvSpPr txBox="1"/>
          <p:nvPr/>
        </p:nvSpPr>
        <p:spPr>
          <a:xfrm>
            <a:off x="8651594" y="1503621"/>
            <a:ext cx="1222835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Trial 2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5AA9CE2-3769-D3EB-4727-BD59603B3267}"/>
              </a:ext>
            </a:extLst>
          </p:cNvPr>
          <p:cNvSpPr/>
          <p:nvPr/>
        </p:nvSpPr>
        <p:spPr>
          <a:xfrm>
            <a:off x="6032850" y="2241471"/>
            <a:ext cx="463163" cy="7181842"/>
          </a:xfrm>
          <a:prstGeom prst="rect">
            <a:avLst/>
          </a:prstGeom>
          <a:solidFill>
            <a:schemeClr val="accent5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E21F231-D92F-7267-123E-92CE9E1DC72D}"/>
              </a:ext>
            </a:extLst>
          </p:cNvPr>
          <p:cNvSpPr txBox="1"/>
          <p:nvPr/>
        </p:nvSpPr>
        <p:spPr>
          <a:xfrm rot="16200000">
            <a:off x="6005386" y="5794971"/>
            <a:ext cx="518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4B62AE7-4FD8-6243-D8A3-F8ED5ED02BDB}"/>
              </a:ext>
            </a:extLst>
          </p:cNvPr>
          <p:cNvSpPr/>
          <p:nvPr/>
        </p:nvSpPr>
        <p:spPr>
          <a:xfrm>
            <a:off x="8530038" y="2229689"/>
            <a:ext cx="463163" cy="7181842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DEFE9B8-85B9-8F69-0C28-B3DF4FA19369}"/>
              </a:ext>
            </a:extLst>
          </p:cNvPr>
          <p:cNvSpPr txBox="1"/>
          <p:nvPr/>
        </p:nvSpPr>
        <p:spPr>
          <a:xfrm rot="16200000">
            <a:off x="8520817" y="5782203"/>
            <a:ext cx="518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61CEAFF-89C3-C683-4125-B77D47D0A034}"/>
              </a:ext>
            </a:extLst>
          </p:cNvPr>
          <p:cNvSpPr txBox="1"/>
          <p:nvPr/>
        </p:nvSpPr>
        <p:spPr>
          <a:xfrm>
            <a:off x="5271111" y="0"/>
            <a:ext cx="62119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 b="1" dirty="0">
                <a:latin typeface="Arial" panose="020B0604020202020204" pitchFamily="34" charset="0"/>
                <a:cs typeface="Arial" panose="020B0604020202020204" pitchFamily="34" charset="0"/>
              </a:rPr>
              <a:t>Alternating Learning</a:t>
            </a:r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B1193A55-B547-6CD6-38F0-4ECA78398719}"/>
              </a:ext>
            </a:extLst>
          </p:cNvPr>
          <p:cNvSpPr/>
          <p:nvPr/>
        </p:nvSpPr>
        <p:spPr>
          <a:xfrm>
            <a:off x="10553132" y="5926065"/>
            <a:ext cx="179999" cy="179999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999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AB38279E-4C8C-37A0-28FF-217643A497F9}"/>
              </a:ext>
            </a:extLst>
          </p:cNvPr>
          <p:cNvSpPr/>
          <p:nvPr/>
        </p:nvSpPr>
        <p:spPr>
          <a:xfrm>
            <a:off x="10795835" y="5922095"/>
            <a:ext cx="179999" cy="179999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999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C03FDFEF-1A68-8465-C6C2-2B3A450E7FF9}"/>
              </a:ext>
            </a:extLst>
          </p:cNvPr>
          <p:cNvSpPr/>
          <p:nvPr/>
        </p:nvSpPr>
        <p:spPr>
          <a:xfrm>
            <a:off x="11054577" y="5922095"/>
            <a:ext cx="179999" cy="179999"/>
          </a:xfrm>
          <a:prstGeom prst="ellipse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999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724611C8-897C-63F0-087C-34816D53CD88}"/>
              </a:ext>
            </a:extLst>
          </p:cNvPr>
          <p:cNvSpPr/>
          <p:nvPr/>
        </p:nvSpPr>
        <p:spPr>
          <a:xfrm>
            <a:off x="11374449" y="916350"/>
            <a:ext cx="2381251" cy="853109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 b="1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4D5ADA9A-ED1A-5F5C-1A54-D023FF4B29A4}"/>
              </a:ext>
            </a:extLst>
          </p:cNvPr>
          <p:cNvSpPr/>
          <p:nvPr/>
        </p:nvSpPr>
        <p:spPr>
          <a:xfrm>
            <a:off x="13755700" y="916349"/>
            <a:ext cx="2381251" cy="853110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FC00A73-6080-388C-CF5C-9591C1A94BEE}"/>
              </a:ext>
            </a:extLst>
          </p:cNvPr>
          <p:cNvSpPr txBox="1"/>
          <p:nvPr/>
        </p:nvSpPr>
        <p:spPr>
          <a:xfrm>
            <a:off x="11653095" y="1537831"/>
            <a:ext cx="1823961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Trial 1000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CD15AD1-949A-3D09-23A0-8EAFA9BAFFB6}"/>
              </a:ext>
            </a:extLst>
          </p:cNvPr>
          <p:cNvSpPr txBox="1"/>
          <p:nvPr/>
        </p:nvSpPr>
        <p:spPr>
          <a:xfrm>
            <a:off x="13998868" y="1544845"/>
            <a:ext cx="1823961" cy="523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799" b="1" dirty="0">
                <a:latin typeface="Arial" panose="020B0604020202020204" pitchFamily="34" charset="0"/>
                <a:cs typeface="Arial" panose="020B0604020202020204" pitchFamily="34" charset="0"/>
              </a:rPr>
              <a:t>Trial 1000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D7FDBDE-7F0F-8C10-C5A0-E404972F2D6A}"/>
              </a:ext>
            </a:extLst>
          </p:cNvPr>
          <p:cNvSpPr/>
          <p:nvPr/>
        </p:nvSpPr>
        <p:spPr>
          <a:xfrm>
            <a:off x="11716162" y="2265600"/>
            <a:ext cx="463163" cy="7128750"/>
          </a:xfrm>
          <a:prstGeom prst="rect">
            <a:avLst/>
          </a:prstGeom>
          <a:solidFill>
            <a:schemeClr val="accent5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E2A8B4E-E62E-834E-7B22-A3B457E53E95}"/>
              </a:ext>
            </a:extLst>
          </p:cNvPr>
          <p:cNvSpPr txBox="1"/>
          <p:nvPr/>
        </p:nvSpPr>
        <p:spPr>
          <a:xfrm rot="16200000">
            <a:off x="11688699" y="5819100"/>
            <a:ext cx="518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A5CC91B-D091-7A07-9D56-45FE7C5F106F}"/>
              </a:ext>
            </a:extLst>
          </p:cNvPr>
          <p:cNvSpPr/>
          <p:nvPr/>
        </p:nvSpPr>
        <p:spPr>
          <a:xfrm>
            <a:off x="14213350" y="2253818"/>
            <a:ext cx="463163" cy="7181842"/>
          </a:xfrm>
          <a:prstGeom prst="rect">
            <a:avLst/>
          </a:prstGeom>
          <a:solidFill>
            <a:schemeClr val="accent2"/>
          </a:solidFill>
          <a:ln w="28575"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114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2578EC1-EBD0-84DA-61B1-4B81C74D7C31}"/>
              </a:ext>
            </a:extLst>
          </p:cNvPr>
          <p:cNvSpPr txBox="1"/>
          <p:nvPr/>
        </p:nvSpPr>
        <p:spPr>
          <a:xfrm rot="16200000">
            <a:off x="14204131" y="5806332"/>
            <a:ext cx="518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EB61A61-EDD7-D7A8-5A85-C851C5777C44}"/>
              </a:ext>
            </a:extLst>
          </p:cNvPr>
          <p:cNvCxnSpPr>
            <a:cxnSpLocks/>
          </p:cNvCxnSpPr>
          <p:nvPr/>
        </p:nvCxnSpPr>
        <p:spPr>
          <a:xfrm flipV="1">
            <a:off x="974611" y="9397761"/>
            <a:ext cx="15688162" cy="2214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5081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114</TotalTime>
  <Words>62</Words>
  <Application>Microsoft Office PowerPoint</Application>
  <PresentationFormat>Custom</PresentationFormat>
  <Paragraphs>38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Arshia Razavi</dc:creator>
  <cp:lastModifiedBy>Arshia Razavi</cp:lastModifiedBy>
  <cp:revision>6</cp:revision>
  <dcterms:created xsi:type="dcterms:W3CDTF">2025-01-28T22:41:47Z</dcterms:created>
  <dcterms:modified xsi:type="dcterms:W3CDTF">2025-06-05T08:19:48Z</dcterms:modified>
</cp:coreProperties>
</file>