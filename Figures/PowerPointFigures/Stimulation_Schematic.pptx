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8"/>
  </p:normalViewPr>
  <p:slideViewPr>
    <p:cSldViewPr snapToGrid="0">
      <p:cViewPr varScale="1">
        <p:scale>
          <a:sx n="71" d="100"/>
          <a:sy n="71" d="100"/>
        </p:scale>
        <p:origin x="32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1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86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7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3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3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28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8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9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63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8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9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4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40">
            <a:extLst>
              <a:ext uri="{FF2B5EF4-FFF2-40B4-BE49-F238E27FC236}">
                <a16:creationId xmlns:a16="http://schemas.microsoft.com/office/drawing/2014/main" id="{873C6E22-E481-97FD-DFCA-FF5F0ABA1752}"/>
              </a:ext>
            </a:extLst>
          </p:cNvPr>
          <p:cNvSpPr/>
          <p:nvPr/>
        </p:nvSpPr>
        <p:spPr>
          <a:xfrm>
            <a:off x="3145710" y="1948092"/>
            <a:ext cx="6652349" cy="105040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2CE8BE6-E217-C518-AE6C-C26CB95AB451}"/>
              </a:ext>
            </a:extLst>
          </p:cNvPr>
          <p:cNvSpPr/>
          <p:nvPr/>
        </p:nvSpPr>
        <p:spPr>
          <a:xfrm>
            <a:off x="4830080" y="6244063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6B8C082-9701-AD60-84DE-7C99B0D0FDAA}"/>
              </a:ext>
            </a:extLst>
          </p:cNvPr>
          <p:cNvSpPr/>
          <p:nvPr/>
        </p:nvSpPr>
        <p:spPr>
          <a:xfrm>
            <a:off x="7043710" y="6157079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E872C89-D227-1369-192C-2B7A3593D065}"/>
              </a:ext>
            </a:extLst>
          </p:cNvPr>
          <p:cNvSpPr/>
          <p:nvPr/>
        </p:nvSpPr>
        <p:spPr>
          <a:xfrm>
            <a:off x="7880031" y="975970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8DE99BA-78A9-3CA5-D13F-AE3700CE96F1}"/>
              </a:ext>
            </a:extLst>
          </p:cNvPr>
          <p:cNvSpPr/>
          <p:nvPr/>
        </p:nvSpPr>
        <p:spPr>
          <a:xfrm>
            <a:off x="7954752" y="7638754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C040C0B-BF08-3556-AD47-AC897C6664B2}"/>
              </a:ext>
            </a:extLst>
          </p:cNvPr>
          <p:cNvSpPr/>
          <p:nvPr/>
        </p:nvSpPr>
        <p:spPr>
          <a:xfrm>
            <a:off x="7939092" y="4823825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CCBD5A8-B464-162C-A942-B9E9FE800583}"/>
              </a:ext>
            </a:extLst>
          </p:cNvPr>
          <p:cNvSpPr/>
          <p:nvPr/>
        </p:nvSpPr>
        <p:spPr>
          <a:xfrm>
            <a:off x="10716493" y="4444612"/>
            <a:ext cx="3683720" cy="50144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35CB1C7-E14A-A77F-0180-85655CBF2B9D}"/>
              </a:ext>
            </a:extLst>
          </p:cNvPr>
          <p:cNvSpPr/>
          <p:nvPr/>
        </p:nvSpPr>
        <p:spPr>
          <a:xfrm>
            <a:off x="12053186" y="5225754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B5198FC-E57D-A2B7-8FAE-91ABF5794A9F}"/>
              </a:ext>
            </a:extLst>
          </p:cNvPr>
          <p:cNvSpPr/>
          <p:nvPr/>
        </p:nvSpPr>
        <p:spPr>
          <a:xfrm>
            <a:off x="11576663" y="6516049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80D6AE5-77F6-C34C-8301-146418771AC4}"/>
              </a:ext>
            </a:extLst>
          </p:cNvPr>
          <p:cNvSpPr/>
          <p:nvPr/>
        </p:nvSpPr>
        <p:spPr>
          <a:xfrm>
            <a:off x="11306993" y="752203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D09348E-B54B-A1B5-E91F-A0B18863989F}"/>
              </a:ext>
            </a:extLst>
          </p:cNvPr>
          <p:cNvSpPr/>
          <p:nvPr/>
        </p:nvSpPr>
        <p:spPr>
          <a:xfrm>
            <a:off x="12354881" y="848480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7A070F5-AE45-098D-58C9-8BE9FA0C3FF6}"/>
              </a:ext>
            </a:extLst>
          </p:cNvPr>
          <p:cNvSpPr/>
          <p:nvPr/>
        </p:nvSpPr>
        <p:spPr>
          <a:xfrm>
            <a:off x="12958326" y="7041926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026F96-27B2-DCCB-F6D1-32F72E06BE4F}"/>
              </a:ext>
            </a:extLst>
          </p:cNvPr>
          <p:cNvSpPr txBox="1"/>
          <p:nvPr/>
        </p:nvSpPr>
        <p:spPr>
          <a:xfrm>
            <a:off x="4658110" y="532230"/>
            <a:ext cx="3060453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Excitatory </a:t>
            </a:r>
          </a:p>
          <a:p>
            <a:pPr algn="ctr"/>
            <a:r>
              <a:rPr lang="en-CA" sz="2801" dirty="0">
                <a:latin typeface="Arial" panose="020B0604020202020204" pitchFamily="34" charset="0"/>
                <a:cs typeface="Arial" panose="020B0604020202020204" pitchFamily="34" charset="0"/>
              </a:rPr>
              <a:t>320 neurons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E3D56D-BAAA-E8B2-ABB2-E4203FEE99D5}"/>
              </a:ext>
            </a:extLst>
          </p:cNvPr>
          <p:cNvSpPr txBox="1"/>
          <p:nvPr/>
        </p:nvSpPr>
        <p:spPr>
          <a:xfrm>
            <a:off x="11267288" y="3019821"/>
            <a:ext cx="2685351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Inhibitory</a:t>
            </a:r>
            <a:b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801" dirty="0">
                <a:latin typeface="Arial" panose="020B0604020202020204" pitchFamily="34" charset="0"/>
                <a:cs typeface="Arial" panose="020B0604020202020204" pitchFamily="34" charset="0"/>
              </a:rPr>
              <a:t>80 neurons</a:t>
            </a:r>
            <a:endParaRPr lang="en-C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Arrow: Curved Right 47">
            <a:extLst>
              <a:ext uri="{FF2B5EF4-FFF2-40B4-BE49-F238E27FC236}">
                <a16:creationId xmlns:a16="http://schemas.microsoft.com/office/drawing/2014/main" id="{2261CE04-5DF4-FF89-3260-40F461541F72}"/>
              </a:ext>
            </a:extLst>
          </p:cNvPr>
          <p:cNvSpPr/>
          <p:nvPr/>
        </p:nvSpPr>
        <p:spPr>
          <a:xfrm>
            <a:off x="849323" y="5445481"/>
            <a:ext cx="2333502" cy="3907453"/>
          </a:xfrm>
          <a:prstGeom prst="curvedRightArrow">
            <a:avLst/>
          </a:prstGeom>
          <a:gradFill>
            <a:gsLst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61" name="Arrow: Curved Right 48">
            <a:extLst>
              <a:ext uri="{FF2B5EF4-FFF2-40B4-BE49-F238E27FC236}">
                <a16:creationId xmlns:a16="http://schemas.microsoft.com/office/drawing/2014/main" id="{2214D774-C040-5201-C1A4-818171D3A5D7}"/>
              </a:ext>
            </a:extLst>
          </p:cNvPr>
          <p:cNvSpPr/>
          <p:nvPr/>
        </p:nvSpPr>
        <p:spPr>
          <a:xfrm rot="3746900" flipH="1">
            <a:off x="10000433" y="8725870"/>
            <a:ext cx="2617211" cy="6062282"/>
          </a:xfrm>
          <a:prstGeom prst="curvedRightArrow">
            <a:avLst>
              <a:gd name="adj1" fmla="val 25000"/>
              <a:gd name="adj2" fmla="val 50000"/>
              <a:gd name="adj3" fmla="val 25686"/>
            </a:avLst>
          </a:prstGeom>
          <a:solidFill>
            <a:srgbClr val="7030A0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62" name="Arrow: Curved Right 49">
            <a:extLst>
              <a:ext uri="{FF2B5EF4-FFF2-40B4-BE49-F238E27FC236}">
                <a16:creationId xmlns:a16="http://schemas.microsoft.com/office/drawing/2014/main" id="{64985BF9-5367-09B4-550F-2E085AF80EB4}"/>
              </a:ext>
            </a:extLst>
          </p:cNvPr>
          <p:cNvSpPr/>
          <p:nvPr/>
        </p:nvSpPr>
        <p:spPr>
          <a:xfrm rot="14602921">
            <a:off x="9529761" y="8416877"/>
            <a:ext cx="3075774" cy="7386565"/>
          </a:xfrm>
          <a:prstGeom prst="curvedRightArrow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6EE281-348D-E132-C52E-9A63D961C500}"/>
                  </a:ext>
                </a:extLst>
              </p:cNvPr>
              <p:cNvSpPr txBox="1"/>
              <p:nvPr/>
            </p:nvSpPr>
            <p:spPr>
              <a:xfrm>
                <a:off x="9392975" y="10977606"/>
                <a:ext cx="115345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e>
                        <m:sub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𝑒𝑖</m:t>
                          </m:r>
                        </m:sub>
                      </m:sSub>
                    </m:oMath>
                  </m:oMathPara>
                </a14:m>
                <a:endParaRPr lang="en-CA" sz="4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6EE281-348D-E132-C52E-9A63D961C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975" y="10977606"/>
                <a:ext cx="1153456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A28CE8-1B65-2565-49F3-E95CBA8B1FEE}"/>
                  </a:ext>
                </a:extLst>
              </p:cNvPr>
              <p:cNvSpPr txBox="1"/>
              <p:nvPr/>
            </p:nvSpPr>
            <p:spPr>
              <a:xfrm>
                <a:off x="12682637" y="12602532"/>
                <a:ext cx="115172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e>
                        <m:sub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𝑖𝑒</m:t>
                          </m:r>
                        </m:sub>
                      </m:sSub>
                    </m:oMath>
                  </m:oMathPara>
                </a14:m>
                <a:endParaRPr lang="en-CA" sz="4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A28CE8-1B65-2565-49F3-E95CBA8B1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2637" y="12602532"/>
                <a:ext cx="1151726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F35BE7-2201-FFB1-A5CE-2DCA9D5005B6}"/>
                  </a:ext>
                </a:extLst>
              </p:cNvPr>
              <p:cNvSpPr txBox="1"/>
              <p:nvPr/>
            </p:nvSpPr>
            <p:spPr>
              <a:xfrm>
                <a:off x="195930" y="4829630"/>
                <a:ext cx="206005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e>
                        <m:sub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𝑒𝑒</m:t>
                          </m:r>
                        </m:sub>
                      </m:sSub>
                      <m:r>
                        <a:rPr lang="en-CA" sz="4800" b="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CA" sz="4800" b="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CA" sz="4800" b="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CA" sz="4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F35BE7-2201-FFB1-A5CE-2DCA9D500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30" y="4829630"/>
                <a:ext cx="2060051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8F907989-26EF-8AB6-77C9-037A45913568}"/>
              </a:ext>
            </a:extLst>
          </p:cNvPr>
          <p:cNvSpPr txBox="1"/>
          <p:nvPr/>
        </p:nvSpPr>
        <p:spPr>
          <a:xfrm>
            <a:off x="159342" y="11782108"/>
            <a:ext cx="377988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Targeted</a:t>
            </a:r>
            <a:b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Stimulation A</a:t>
            </a:r>
            <a:endParaRPr lang="en-CA" sz="2801" i="1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57F317-0720-7B83-98C8-4CD3813E0DCD}"/>
              </a:ext>
            </a:extLst>
          </p:cNvPr>
          <p:cNvSpPr txBox="1"/>
          <p:nvPr/>
        </p:nvSpPr>
        <p:spPr>
          <a:xfrm>
            <a:off x="121508" y="2011902"/>
            <a:ext cx="38138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Targeted</a:t>
            </a:r>
            <a:b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Stimulation B</a:t>
            </a:r>
            <a:endParaRPr lang="en-CA" sz="2801" i="1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0" name="Freeform: Shape 66">
            <a:extLst>
              <a:ext uri="{FF2B5EF4-FFF2-40B4-BE49-F238E27FC236}">
                <a16:creationId xmlns:a16="http://schemas.microsoft.com/office/drawing/2014/main" id="{DB2B677E-8057-BBF1-54BA-0EDD6093E07F}"/>
              </a:ext>
            </a:extLst>
          </p:cNvPr>
          <p:cNvSpPr/>
          <p:nvPr/>
        </p:nvSpPr>
        <p:spPr>
          <a:xfrm>
            <a:off x="4106093" y="2727197"/>
            <a:ext cx="3373594" cy="2343150"/>
          </a:xfrm>
          <a:custGeom>
            <a:avLst/>
            <a:gdLst>
              <a:gd name="connsiteX0" fmla="*/ 3314700 w 3373594"/>
              <a:gd name="connsiteY0" fmla="*/ 476250 h 2343150"/>
              <a:gd name="connsiteX1" fmla="*/ 3276600 w 3373594"/>
              <a:gd name="connsiteY1" fmla="*/ 819150 h 2343150"/>
              <a:gd name="connsiteX2" fmla="*/ 3143250 w 3373594"/>
              <a:gd name="connsiteY2" fmla="*/ 1047750 h 2343150"/>
              <a:gd name="connsiteX3" fmla="*/ 3048000 w 3373594"/>
              <a:gd name="connsiteY3" fmla="*/ 1238250 h 2343150"/>
              <a:gd name="connsiteX4" fmla="*/ 2952750 w 3373594"/>
              <a:gd name="connsiteY4" fmla="*/ 1371600 h 2343150"/>
              <a:gd name="connsiteX5" fmla="*/ 2914650 w 3373594"/>
              <a:gd name="connsiteY5" fmla="*/ 1428750 h 2343150"/>
              <a:gd name="connsiteX6" fmla="*/ 2705100 w 3373594"/>
              <a:gd name="connsiteY6" fmla="*/ 1600200 h 2343150"/>
              <a:gd name="connsiteX7" fmla="*/ 2552700 w 3373594"/>
              <a:gd name="connsiteY7" fmla="*/ 1733550 h 2343150"/>
              <a:gd name="connsiteX8" fmla="*/ 2438400 w 3373594"/>
              <a:gd name="connsiteY8" fmla="*/ 1790700 h 2343150"/>
              <a:gd name="connsiteX9" fmla="*/ 2209800 w 3373594"/>
              <a:gd name="connsiteY9" fmla="*/ 1885950 h 2343150"/>
              <a:gd name="connsiteX10" fmla="*/ 2114550 w 3373594"/>
              <a:gd name="connsiteY10" fmla="*/ 1905000 h 2343150"/>
              <a:gd name="connsiteX11" fmla="*/ 2019300 w 3373594"/>
              <a:gd name="connsiteY11" fmla="*/ 1943100 h 2343150"/>
              <a:gd name="connsiteX12" fmla="*/ 1771650 w 3373594"/>
              <a:gd name="connsiteY12" fmla="*/ 2019300 h 2343150"/>
              <a:gd name="connsiteX13" fmla="*/ 1676400 w 3373594"/>
              <a:gd name="connsiteY13" fmla="*/ 2057400 h 2343150"/>
              <a:gd name="connsiteX14" fmla="*/ 1524000 w 3373594"/>
              <a:gd name="connsiteY14" fmla="*/ 2095500 h 2343150"/>
              <a:gd name="connsiteX15" fmla="*/ 1409700 w 3373594"/>
              <a:gd name="connsiteY15" fmla="*/ 2133600 h 2343150"/>
              <a:gd name="connsiteX16" fmla="*/ 1276350 w 3373594"/>
              <a:gd name="connsiteY16" fmla="*/ 2171700 h 2343150"/>
              <a:gd name="connsiteX17" fmla="*/ 1219200 w 3373594"/>
              <a:gd name="connsiteY17" fmla="*/ 2190750 h 2343150"/>
              <a:gd name="connsiteX18" fmla="*/ 1162050 w 3373594"/>
              <a:gd name="connsiteY18" fmla="*/ 2228850 h 2343150"/>
              <a:gd name="connsiteX19" fmla="*/ 1085850 w 3373594"/>
              <a:gd name="connsiteY19" fmla="*/ 2247900 h 2343150"/>
              <a:gd name="connsiteX20" fmla="*/ 876300 w 3373594"/>
              <a:gd name="connsiteY20" fmla="*/ 2324100 h 2343150"/>
              <a:gd name="connsiteX21" fmla="*/ 666750 w 3373594"/>
              <a:gd name="connsiteY21" fmla="*/ 2343150 h 2343150"/>
              <a:gd name="connsiteX22" fmla="*/ 266700 w 3373594"/>
              <a:gd name="connsiteY22" fmla="*/ 2305050 h 2343150"/>
              <a:gd name="connsiteX23" fmla="*/ 209550 w 3373594"/>
              <a:gd name="connsiteY23" fmla="*/ 2286000 h 2343150"/>
              <a:gd name="connsiteX24" fmla="*/ 95250 w 3373594"/>
              <a:gd name="connsiteY24" fmla="*/ 2209800 h 2343150"/>
              <a:gd name="connsiteX25" fmla="*/ 57150 w 3373594"/>
              <a:gd name="connsiteY25" fmla="*/ 2133600 h 2343150"/>
              <a:gd name="connsiteX26" fmla="*/ 19050 w 3373594"/>
              <a:gd name="connsiteY26" fmla="*/ 2076450 h 2343150"/>
              <a:gd name="connsiteX27" fmla="*/ 0 w 3373594"/>
              <a:gd name="connsiteY27" fmla="*/ 2000250 h 2343150"/>
              <a:gd name="connsiteX28" fmla="*/ 19050 w 3373594"/>
              <a:gd name="connsiteY28" fmla="*/ 1447800 h 2343150"/>
              <a:gd name="connsiteX29" fmla="*/ 57150 w 3373594"/>
              <a:gd name="connsiteY29" fmla="*/ 1371600 h 2343150"/>
              <a:gd name="connsiteX30" fmla="*/ 114300 w 3373594"/>
              <a:gd name="connsiteY30" fmla="*/ 1276350 h 2343150"/>
              <a:gd name="connsiteX31" fmla="*/ 266700 w 3373594"/>
              <a:gd name="connsiteY31" fmla="*/ 1143000 h 2343150"/>
              <a:gd name="connsiteX32" fmla="*/ 342900 w 3373594"/>
              <a:gd name="connsiteY32" fmla="*/ 1066800 h 2343150"/>
              <a:gd name="connsiteX33" fmla="*/ 438150 w 3373594"/>
              <a:gd name="connsiteY33" fmla="*/ 1009650 h 2343150"/>
              <a:gd name="connsiteX34" fmla="*/ 495300 w 3373594"/>
              <a:gd name="connsiteY34" fmla="*/ 971550 h 2343150"/>
              <a:gd name="connsiteX35" fmla="*/ 571500 w 3373594"/>
              <a:gd name="connsiteY35" fmla="*/ 914400 h 2343150"/>
              <a:gd name="connsiteX36" fmla="*/ 723900 w 3373594"/>
              <a:gd name="connsiteY36" fmla="*/ 838200 h 2343150"/>
              <a:gd name="connsiteX37" fmla="*/ 952500 w 3373594"/>
              <a:gd name="connsiteY37" fmla="*/ 704850 h 2343150"/>
              <a:gd name="connsiteX38" fmla="*/ 1085850 w 3373594"/>
              <a:gd name="connsiteY38" fmla="*/ 628650 h 2343150"/>
              <a:gd name="connsiteX39" fmla="*/ 1219200 w 3373594"/>
              <a:gd name="connsiteY39" fmla="*/ 571500 h 2343150"/>
              <a:gd name="connsiteX40" fmla="*/ 1466850 w 3373594"/>
              <a:gd name="connsiteY40" fmla="*/ 457200 h 2343150"/>
              <a:gd name="connsiteX41" fmla="*/ 1695450 w 3373594"/>
              <a:gd name="connsiteY41" fmla="*/ 323850 h 2343150"/>
              <a:gd name="connsiteX42" fmla="*/ 1771650 w 3373594"/>
              <a:gd name="connsiteY42" fmla="*/ 266700 h 2343150"/>
              <a:gd name="connsiteX43" fmla="*/ 1885950 w 3373594"/>
              <a:gd name="connsiteY43" fmla="*/ 228600 h 2343150"/>
              <a:gd name="connsiteX44" fmla="*/ 1981200 w 3373594"/>
              <a:gd name="connsiteY44" fmla="*/ 190500 h 2343150"/>
              <a:gd name="connsiteX45" fmla="*/ 2076450 w 3373594"/>
              <a:gd name="connsiteY45" fmla="*/ 133350 h 2343150"/>
              <a:gd name="connsiteX46" fmla="*/ 2209800 w 3373594"/>
              <a:gd name="connsiteY46" fmla="*/ 76200 h 2343150"/>
              <a:gd name="connsiteX47" fmla="*/ 2552700 w 3373594"/>
              <a:gd name="connsiteY47" fmla="*/ 19050 h 2343150"/>
              <a:gd name="connsiteX48" fmla="*/ 2628900 w 3373594"/>
              <a:gd name="connsiteY48" fmla="*/ 0 h 2343150"/>
              <a:gd name="connsiteX49" fmla="*/ 3009900 w 3373594"/>
              <a:gd name="connsiteY49" fmla="*/ 38100 h 2343150"/>
              <a:gd name="connsiteX50" fmla="*/ 3086100 w 3373594"/>
              <a:gd name="connsiteY50" fmla="*/ 57150 h 2343150"/>
              <a:gd name="connsiteX51" fmla="*/ 3162300 w 3373594"/>
              <a:gd name="connsiteY51" fmla="*/ 95250 h 2343150"/>
              <a:gd name="connsiteX52" fmla="*/ 3276600 w 3373594"/>
              <a:gd name="connsiteY52" fmla="*/ 190500 h 2343150"/>
              <a:gd name="connsiteX53" fmla="*/ 3352800 w 3373594"/>
              <a:gd name="connsiteY53" fmla="*/ 304800 h 2343150"/>
              <a:gd name="connsiteX54" fmla="*/ 3333750 w 3373594"/>
              <a:gd name="connsiteY54" fmla="*/ 533400 h 2343150"/>
              <a:gd name="connsiteX55" fmla="*/ 3295650 w 3373594"/>
              <a:gd name="connsiteY55" fmla="*/ 590550 h 234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373594" h="2343150">
                <a:moveTo>
                  <a:pt x="3314700" y="476250"/>
                </a:moveTo>
                <a:cubicBezTo>
                  <a:pt x="3302000" y="590550"/>
                  <a:pt x="3302460" y="707092"/>
                  <a:pt x="3276600" y="819150"/>
                </a:cubicBezTo>
                <a:cubicBezTo>
                  <a:pt x="3241530" y="971119"/>
                  <a:pt x="3203548" y="942229"/>
                  <a:pt x="3143250" y="1047750"/>
                </a:cubicBezTo>
                <a:cubicBezTo>
                  <a:pt x="3108027" y="1109391"/>
                  <a:pt x="3087381" y="1179178"/>
                  <a:pt x="3048000" y="1238250"/>
                </a:cubicBezTo>
                <a:cubicBezTo>
                  <a:pt x="2958210" y="1372935"/>
                  <a:pt x="3070895" y="1206197"/>
                  <a:pt x="2952750" y="1371600"/>
                </a:cubicBezTo>
                <a:cubicBezTo>
                  <a:pt x="2939442" y="1390231"/>
                  <a:pt x="2929307" y="1411161"/>
                  <a:pt x="2914650" y="1428750"/>
                </a:cubicBezTo>
                <a:cubicBezTo>
                  <a:pt x="2822398" y="1539453"/>
                  <a:pt x="2855956" y="1449344"/>
                  <a:pt x="2705100" y="1600200"/>
                </a:cubicBezTo>
                <a:cubicBezTo>
                  <a:pt x="2653872" y="1651428"/>
                  <a:pt x="2616658" y="1692849"/>
                  <a:pt x="2552700" y="1733550"/>
                </a:cubicBezTo>
                <a:cubicBezTo>
                  <a:pt x="2516762" y="1756419"/>
                  <a:pt x="2477326" y="1773400"/>
                  <a:pt x="2438400" y="1790700"/>
                </a:cubicBezTo>
                <a:cubicBezTo>
                  <a:pt x="2362965" y="1824227"/>
                  <a:pt x="2290747" y="1869761"/>
                  <a:pt x="2209800" y="1885950"/>
                </a:cubicBezTo>
                <a:cubicBezTo>
                  <a:pt x="2178050" y="1892300"/>
                  <a:pt x="2145563" y="1895696"/>
                  <a:pt x="2114550" y="1905000"/>
                </a:cubicBezTo>
                <a:cubicBezTo>
                  <a:pt x="2081796" y="1914826"/>
                  <a:pt x="2051741" y="1932286"/>
                  <a:pt x="2019300" y="1943100"/>
                </a:cubicBezTo>
                <a:cubicBezTo>
                  <a:pt x="1801663" y="2015646"/>
                  <a:pt x="2158898" y="1864401"/>
                  <a:pt x="1771650" y="2019300"/>
                </a:cubicBezTo>
                <a:cubicBezTo>
                  <a:pt x="1739900" y="2032000"/>
                  <a:pt x="1709084" y="2047344"/>
                  <a:pt x="1676400" y="2057400"/>
                </a:cubicBezTo>
                <a:cubicBezTo>
                  <a:pt x="1626352" y="2072799"/>
                  <a:pt x="1574349" y="2081115"/>
                  <a:pt x="1524000" y="2095500"/>
                </a:cubicBezTo>
                <a:cubicBezTo>
                  <a:pt x="1485384" y="2106533"/>
                  <a:pt x="1448085" y="2121789"/>
                  <a:pt x="1409700" y="2133600"/>
                </a:cubicBezTo>
                <a:cubicBezTo>
                  <a:pt x="1365516" y="2147195"/>
                  <a:pt x="1320629" y="2158416"/>
                  <a:pt x="1276350" y="2171700"/>
                </a:cubicBezTo>
                <a:cubicBezTo>
                  <a:pt x="1257116" y="2177470"/>
                  <a:pt x="1237161" y="2181770"/>
                  <a:pt x="1219200" y="2190750"/>
                </a:cubicBezTo>
                <a:cubicBezTo>
                  <a:pt x="1198722" y="2200989"/>
                  <a:pt x="1183094" y="2219831"/>
                  <a:pt x="1162050" y="2228850"/>
                </a:cubicBezTo>
                <a:cubicBezTo>
                  <a:pt x="1137985" y="2239163"/>
                  <a:pt x="1110688" y="2239621"/>
                  <a:pt x="1085850" y="2247900"/>
                </a:cubicBezTo>
                <a:cubicBezTo>
                  <a:pt x="1021928" y="2269207"/>
                  <a:pt x="942455" y="2312426"/>
                  <a:pt x="876300" y="2324100"/>
                </a:cubicBezTo>
                <a:cubicBezTo>
                  <a:pt x="807229" y="2336289"/>
                  <a:pt x="736600" y="2336800"/>
                  <a:pt x="666750" y="2343150"/>
                </a:cubicBezTo>
                <a:cubicBezTo>
                  <a:pt x="533400" y="2330450"/>
                  <a:pt x="399619" y="2321665"/>
                  <a:pt x="266700" y="2305050"/>
                </a:cubicBezTo>
                <a:cubicBezTo>
                  <a:pt x="246775" y="2302559"/>
                  <a:pt x="227103" y="2295752"/>
                  <a:pt x="209550" y="2286000"/>
                </a:cubicBezTo>
                <a:cubicBezTo>
                  <a:pt x="169522" y="2263762"/>
                  <a:pt x="95250" y="2209800"/>
                  <a:pt x="95250" y="2209800"/>
                </a:cubicBezTo>
                <a:cubicBezTo>
                  <a:pt x="82550" y="2184400"/>
                  <a:pt x="71239" y="2158256"/>
                  <a:pt x="57150" y="2133600"/>
                </a:cubicBezTo>
                <a:cubicBezTo>
                  <a:pt x="45791" y="2113721"/>
                  <a:pt x="28069" y="2097494"/>
                  <a:pt x="19050" y="2076450"/>
                </a:cubicBezTo>
                <a:cubicBezTo>
                  <a:pt x="8737" y="2052385"/>
                  <a:pt x="6350" y="2025650"/>
                  <a:pt x="0" y="2000250"/>
                </a:cubicBezTo>
                <a:cubicBezTo>
                  <a:pt x="6350" y="1816100"/>
                  <a:pt x="2368" y="1631303"/>
                  <a:pt x="19050" y="1447800"/>
                </a:cubicBezTo>
                <a:cubicBezTo>
                  <a:pt x="21621" y="1419519"/>
                  <a:pt x="43359" y="1396424"/>
                  <a:pt x="57150" y="1371600"/>
                </a:cubicBezTo>
                <a:cubicBezTo>
                  <a:pt x="75132" y="1339233"/>
                  <a:pt x="91568" y="1305577"/>
                  <a:pt x="114300" y="1276350"/>
                </a:cubicBezTo>
                <a:cubicBezTo>
                  <a:pt x="180457" y="1191291"/>
                  <a:pt x="190484" y="1209689"/>
                  <a:pt x="266700" y="1143000"/>
                </a:cubicBezTo>
                <a:cubicBezTo>
                  <a:pt x="293733" y="1119346"/>
                  <a:pt x="314546" y="1088853"/>
                  <a:pt x="342900" y="1066800"/>
                </a:cubicBezTo>
                <a:cubicBezTo>
                  <a:pt x="372127" y="1044068"/>
                  <a:pt x="406752" y="1029274"/>
                  <a:pt x="438150" y="1009650"/>
                </a:cubicBezTo>
                <a:cubicBezTo>
                  <a:pt x="457565" y="997516"/>
                  <a:pt x="476669" y="984858"/>
                  <a:pt x="495300" y="971550"/>
                </a:cubicBezTo>
                <a:cubicBezTo>
                  <a:pt x="521136" y="953096"/>
                  <a:pt x="544075" y="930398"/>
                  <a:pt x="571500" y="914400"/>
                </a:cubicBezTo>
                <a:cubicBezTo>
                  <a:pt x="620559" y="885782"/>
                  <a:pt x="674134" y="865571"/>
                  <a:pt x="723900" y="838200"/>
                </a:cubicBezTo>
                <a:cubicBezTo>
                  <a:pt x="801197" y="795687"/>
                  <a:pt x="876155" y="749050"/>
                  <a:pt x="952500" y="704850"/>
                </a:cubicBezTo>
                <a:cubicBezTo>
                  <a:pt x="996806" y="679199"/>
                  <a:pt x="1038794" y="648817"/>
                  <a:pt x="1085850" y="628650"/>
                </a:cubicBezTo>
                <a:cubicBezTo>
                  <a:pt x="1130300" y="609600"/>
                  <a:pt x="1175945" y="593127"/>
                  <a:pt x="1219200" y="571500"/>
                </a:cubicBezTo>
                <a:cubicBezTo>
                  <a:pt x="1459513" y="451343"/>
                  <a:pt x="1247427" y="530341"/>
                  <a:pt x="1466850" y="457200"/>
                </a:cubicBezTo>
                <a:cubicBezTo>
                  <a:pt x="1856534" y="178855"/>
                  <a:pt x="1406434" y="484415"/>
                  <a:pt x="1695450" y="323850"/>
                </a:cubicBezTo>
                <a:cubicBezTo>
                  <a:pt x="1723204" y="308431"/>
                  <a:pt x="1743252" y="280899"/>
                  <a:pt x="1771650" y="266700"/>
                </a:cubicBezTo>
                <a:cubicBezTo>
                  <a:pt x="1807571" y="248739"/>
                  <a:pt x="1848207" y="242325"/>
                  <a:pt x="1885950" y="228600"/>
                </a:cubicBezTo>
                <a:cubicBezTo>
                  <a:pt x="1918087" y="216914"/>
                  <a:pt x="1950614" y="205793"/>
                  <a:pt x="1981200" y="190500"/>
                </a:cubicBezTo>
                <a:cubicBezTo>
                  <a:pt x="2014318" y="173941"/>
                  <a:pt x="2044083" y="151332"/>
                  <a:pt x="2076450" y="133350"/>
                </a:cubicBezTo>
                <a:cubicBezTo>
                  <a:pt x="2113798" y="112601"/>
                  <a:pt x="2165882" y="85611"/>
                  <a:pt x="2209800" y="76200"/>
                </a:cubicBezTo>
                <a:cubicBezTo>
                  <a:pt x="2596164" y="-6592"/>
                  <a:pt x="2265181" y="71326"/>
                  <a:pt x="2552700" y="19050"/>
                </a:cubicBezTo>
                <a:cubicBezTo>
                  <a:pt x="2578459" y="14366"/>
                  <a:pt x="2603500" y="6350"/>
                  <a:pt x="2628900" y="0"/>
                </a:cubicBezTo>
                <a:cubicBezTo>
                  <a:pt x="2755900" y="12700"/>
                  <a:pt x="2883252" y="22269"/>
                  <a:pt x="3009900" y="38100"/>
                </a:cubicBezTo>
                <a:cubicBezTo>
                  <a:pt x="3035880" y="41347"/>
                  <a:pt x="3061585" y="47957"/>
                  <a:pt x="3086100" y="57150"/>
                </a:cubicBezTo>
                <a:cubicBezTo>
                  <a:pt x="3112690" y="67121"/>
                  <a:pt x="3137644" y="81161"/>
                  <a:pt x="3162300" y="95250"/>
                </a:cubicBezTo>
                <a:cubicBezTo>
                  <a:pt x="3206327" y="120408"/>
                  <a:pt x="3245080" y="149974"/>
                  <a:pt x="3276600" y="190500"/>
                </a:cubicBezTo>
                <a:cubicBezTo>
                  <a:pt x="3304713" y="226645"/>
                  <a:pt x="3352800" y="304800"/>
                  <a:pt x="3352800" y="304800"/>
                </a:cubicBezTo>
                <a:cubicBezTo>
                  <a:pt x="3380434" y="415337"/>
                  <a:pt x="3386431" y="388526"/>
                  <a:pt x="3333750" y="533400"/>
                </a:cubicBezTo>
                <a:cubicBezTo>
                  <a:pt x="3325926" y="554917"/>
                  <a:pt x="3295650" y="590550"/>
                  <a:pt x="3295650" y="590550"/>
                </a:cubicBezTo>
              </a:path>
            </a:pathLst>
          </a:custGeom>
          <a:solidFill>
            <a:srgbClr val="FFFF00"/>
          </a:solidFill>
          <a:ln w="76200">
            <a:noFill/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71" name="Freeform: Shape 68">
            <a:extLst>
              <a:ext uri="{FF2B5EF4-FFF2-40B4-BE49-F238E27FC236}">
                <a16:creationId xmlns:a16="http://schemas.microsoft.com/office/drawing/2014/main" id="{AADC614E-F3FD-C640-4948-C5878AC6287D}"/>
              </a:ext>
            </a:extLst>
          </p:cNvPr>
          <p:cNvSpPr/>
          <p:nvPr/>
        </p:nvSpPr>
        <p:spPr>
          <a:xfrm rot="4615309">
            <a:off x="3178136" y="8296440"/>
            <a:ext cx="3378718" cy="2366708"/>
          </a:xfrm>
          <a:custGeom>
            <a:avLst/>
            <a:gdLst>
              <a:gd name="connsiteX0" fmla="*/ 3314700 w 3373594"/>
              <a:gd name="connsiteY0" fmla="*/ 476250 h 2343150"/>
              <a:gd name="connsiteX1" fmla="*/ 3276600 w 3373594"/>
              <a:gd name="connsiteY1" fmla="*/ 819150 h 2343150"/>
              <a:gd name="connsiteX2" fmla="*/ 3143250 w 3373594"/>
              <a:gd name="connsiteY2" fmla="*/ 1047750 h 2343150"/>
              <a:gd name="connsiteX3" fmla="*/ 3048000 w 3373594"/>
              <a:gd name="connsiteY3" fmla="*/ 1238250 h 2343150"/>
              <a:gd name="connsiteX4" fmla="*/ 2952750 w 3373594"/>
              <a:gd name="connsiteY4" fmla="*/ 1371600 h 2343150"/>
              <a:gd name="connsiteX5" fmla="*/ 2914650 w 3373594"/>
              <a:gd name="connsiteY5" fmla="*/ 1428750 h 2343150"/>
              <a:gd name="connsiteX6" fmla="*/ 2705100 w 3373594"/>
              <a:gd name="connsiteY6" fmla="*/ 1600200 h 2343150"/>
              <a:gd name="connsiteX7" fmla="*/ 2552700 w 3373594"/>
              <a:gd name="connsiteY7" fmla="*/ 1733550 h 2343150"/>
              <a:gd name="connsiteX8" fmla="*/ 2438400 w 3373594"/>
              <a:gd name="connsiteY8" fmla="*/ 1790700 h 2343150"/>
              <a:gd name="connsiteX9" fmla="*/ 2209800 w 3373594"/>
              <a:gd name="connsiteY9" fmla="*/ 1885950 h 2343150"/>
              <a:gd name="connsiteX10" fmla="*/ 2114550 w 3373594"/>
              <a:gd name="connsiteY10" fmla="*/ 1905000 h 2343150"/>
              <a:gd name="connsiteX11" fmla="*/ 2019300 w 3373594"/>
              <a:gd name="connsiteY11" fmla="*/ 1943100 h 2343150"/>
              <a:gd name="connsiteX12" fmla="*/ 1771650 w 3373594"/>
              <a:gd name="connsiteY12" fmla="*/ 2019300 h 2343150"/>
              <a:gd name="connsiteX13" fmla="*/ 1676400 w 3373594"/>
              <a:gd name="connsiteY13" fmla="*/ 2057400 h 2343150"/>
              <a:gd name="connsiteX14" fmla="*/ 1524000 w 3373594"/>
              <a:gd name="connsiteY14" fmla="*/ 2095500 h 2343150"/>
              <a:gd name="connsiteX15" fmla="*/ 1409700 w 3373594"/>
              <a:gd name="connsiteY15" fmla="*/ 2133600 h 2343150"/>
              <a:gd name="connsiteX16" fmla="*/ 1276350 w 3373594"/>
              <a:gd name="connsiteY16" fmla="*/ 2171700 h 2343150"/>
              <a:gd name="connsiteX17" fmla="*/ 1219200 w 3373594"/>
              <a:gd name="connsiteY17" fmla="*/ 2190750 h 2343150"/>
              <a:gd name="connsiteX18" fmla="*/ 1162050 w 3373594"/>
              <a:gd name="connsiteY18" fmla="*/ 2228850 h 2343150"/>
              <a:gd name="connsiteX19" fmla="*/ 1085850 w 3373594"/>
              <a:gd name="connsiteY19" fmla="*/ 2247900 h 2343150"/>
              <a:gd name="connsiteX20" fmla="*/ 876300 w 3373594"/>
              <a:gd name="connsiteY20" fmla="*/ 2324100 h 2343150"/>
              <a:gd name="connsiteX21" fmla="*/ 666750 w 3373594"/>
              <a:gd name="connsiteY21" fmla="*/ 2343150 h 2343150"/>
              <a:gd name="connsiteX22" fmla="*/ 266700 w 3373594"/>
              <a:gd name="connsiteY22" fmla="*/ 2305050 h 2343150"/>
              <a:gd name="connsiteX23" fmla="*/ 209550 w 3373594"/>
              <a:gd name="connsiteY23" fmla="*/ 2286000 h 2343150"/>
              <a:gd name="connsiteX24" fmla="*/ 95250 w 3373594"/>
              <a:gd name="connsiteY24" fmla="*/ 2209800 h 2343150"/>
              <a:gd name="connsiteX25" fmla="*/ 57150 w 3373594"/>
              <a:gd name="connsiteY25" fmla="*/ 2133600 h 2343150"/>
              <a:gd name="connsiteX26" fmla="*/ 19050 w 3373594"/>
              <a:gd name="connsiteY26" fmla="*/ 2076450 h 2343150"/>
              <a:gd name="connsiteX27" fmla="*/ 0 w 3373594"/>
              <a:gd name="connsiteY27" fmla="*/ 2000250 h 2343150"/>
              <a:gd name="connsiteX28" fmla="*/ 19050 w 3373594"/>
              <a:gd name="connsiteY28" fmla="*/ 1447800 h 2343150"/>
              <a:gd name="connsiteX29" fmla="*/ 57150 w 3373594"/>
              <a:gd name="connsiteY29" fmla="*/ 1371600 h 2343150"/>
              <a:gd name="connsiteX30" fmla="*/ 114300 w 3373594"/>
              <a:gd name="connsiteY30" fmla="*/ 1276350 h 2343150"/>
              <a:gd name="connsiteX31" fmla="*/ 266700 w 3373594"/>
              <a:gd name="connsiteY31" fmla="*/ 1143000 h 2343150"/>
              <a:gd name="connsiteX32" fmla="*/ 342900 w 3373594"/>
              <a:gd name="connsiteY32" fmla="*/ 1066800 h 2343150"/>
              <a:gd name="connsiteX33" fmla="*/ 438150 w 3373594"/>
              <a:gd name="connsiteY33" fmla="*/ 1009650 h 2343150"/>
              <a:gd name="connsiteX34" fmla="*/ 495300 w 3373594"/>
              <a:gd name="connsiteY34" fmla="*/ 971550 h 2343150"/>
              <a:gd name="connsiteX35" fmla="*/ 571500 w 3373594"/>
              <a:gd name="connsiteY35" fmla="*/ 914400 h 2343150"/>
              <a:gd name="connsiteX36" fmla="*/ 723900 w 3373594"/>
              <a:gd name="connsiteY36" fmla="*/ 838200 h 2343150"/>
              <a:gd name="connsiteX37" fmla="*/ 952500 w 3373594"/>
              <a:gd name="connsiteY37" fmla="*/ 704850 h 2343150"/>
              <a:gd name="connsiteX38" fmla="*/ 1085850 w 3373594"/>
              <a:gd name="connsiteY38" fmla="*/ 628650 h 2343150"/>
              <a:gd name="connsiteX39" fmla="*/ 1219200 w 3373594"/>
              <a:gd name="connsiteY39" fmla="*/ 571500 h 2343150"/>
              <a:gd name="connsiteX40" fmla="*/ 1466850 w 3373594"/>
              <a:gd name="connsiteY40" fmla="*/ 457200 h 2343150"/>
              <a:gd name="connsiteX41" fmla="*/ 1695450 w 3373594"/>
              <a:gd name="connsiteY41" fmla="*/ 323850 h 2343150"/>
              <a:gd name="connsiteX42" fmla="*/ 1771650 w 3373594"/>
              <a:gd name="connsiteY42" fmla="*/ 266700 h 2343150"/>
              <a:gd name="connsiteX43" fmla="*/ 1885950 w 3373594"/>
              <a:gd name="connsiteY43" fmla="*/ 228600 h 2343150"/>
              <a:gd name="connsiteX44" fmla="*/ 1981200 w 3373594"/>
              <a:gd name="connsiteY44" fmla="*/ 190500 h 2343150"/>
              <a:gd name="connsiteX45" fmla="*/ 2076450 w 3373594"/>
              <a:gd name="connsiteY45" fmla="*/ 133350 h 2343150"/>
              <a:gd name="connsiteX46" fmla="*/ 2209800 w 3373594"/>
              <a:gd name="connsiteY46" fmla="*/ 76200 h 2343150"/>
              <a:gd name="connsiteX47" fmla="*/ 2552700 w 3373594"/>
              <a:gd name="connsiteY47" fmla="*/ 19050 h 2343150"/>
              <a:gd name="connsiteX48" fmla="*/ 2628900 w 3373594"/>
              <a:gd name="connsiteY48" fmla="*/ 0 h 2343150"/>
              <a:gd name="connsiteX49" fmla="*/ 3009900 w 3373594"/>
              <a:gd name="connsiteY49" fmla="*/ 38100 h 2343150"/>
              <a:gd name="connsiteX50" fmla="*/ 3086100 w 3373594"/>
              <a:gd name="connsiteY50" fmla="*/ 57150 h 2343150"/>
              <a:gd name="connsiteX51" fmla="*/ 3162300 w 3373594"/>
              <a:gd name="connsiteY51" fmla="*/ 95250 h 2343150"/>
              <a:gd name="connsiteX52" fmla="*/ 3276600 w 3373594"/>
              <a:gd name="connsiteY52" fmla="*/ 190500 h 2343150"/>
              <a:gd name="connsiteX53" fmla="*/ 3352800 w 3373594"/>
              <a:gd name="connsiteY53" fmla="*/ 304800 h 2343150"/>
              <a:gd name="connsiteX54" fmla="*/ 3333750 w 3373594"/>
              <a:gd name="connsiteY54" fmla="*/ 533400 h 2343150"/>
              <a:gd name="connsiteX55" fmla="*/ 3295650 w 3373594"/>
              <a:gd name="connsiteY55" fmla="*/ 590550 h 234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373594" h="2343150">
                <a:moveTo>
                  <a:pt x="3314700" y="476250"/>
                </a:moveTo>
                <a:cubicBezTo>
                  <a:pt x="3302000" y="590550"/>
                  <a:pt x="3302460" y="707092"/>
                  <a:pt x="3276600" y="819150"/>
                </a:cubicBezTo>
                <a:cubicBezTo>
                  <a:pt x="3241530" y="971119"/>
                  <a:pt x="3203548" y="942229"/>
                  <a:pt x="3143250" y="1047750"/>
                </a:cubicBezTo>
                <a:cubicBezTo>
                  <a:pt x="3108027" y="1109391"/>
                  <a:pt x="3087381" y="1179178"/>
                  <a:pt x="3048000" y="1238250"/>
                </a:cubicBezTo>
                <a:cubicBezTo>
                  <a:pt x="2958210" y="1372935"/>
                  <a:pt x="3070895" y="1206197"/>
                  <a:pt x="2952750" y="1371600"/>
                </a:cubicBezTo>
                <a:cubicBezTo>
                  <a:pt x="2939442" y="1390231"/>
                  <a:pt x="2929307" y="1411161"/>
                  <a:pt x="2914650" y="1428750"/>
                </a:cubicBezTo>
                <a:cubicBezTo>
                  <a:pt x="2822398" y="1539453"/>
                  <a:pt x="2855956" y="1449344"/>
                  <a:pt x="2705100" y="1600200"/>
                </a:cubicBezTo>
                <a:cubicBezTo>
                  <a:pt x="2653872" y="1651428"/>
                  <a:pt x="2616658" y="1692849"/>
                  <a:pt x="2552700" y="1733550"/>
                </a:cubicBezTo>
                <a:cubicBezTo>
                  <a:pt x="2516762" y="1756419"/>
                  <a:pt x="2477326" y="1773400"/>
                  <a:pt x="2438400" y="1790700"/>
                </a:cubicBezTo>
                <a:cubicBezTo>
                  <a:pt x="2362965" y="1824227"/>
                  <a:pt x="2290747" y="1869761"/>
                  <a:pt x="2209800" y="1885950"/>
                </a:cubicBezTo>
                <a:cubicBezTo>
                  <a:pt x="2178050" y="1892300"/>
                  <a:pt x="2145563" y="1895696"/>
                  <a:pt x="2114550" y="1905000"/>
                </a:cubicBezTo>
                <a:cubicBezTo>
                  <a:pt x="2081796" y="1914826"/>
                  <a:pt x="2051741" y="1932286"/>
                  <a:pt x="2019300" y="1943100"/>
                </a:cubicBezTo>
                <a:cubicBezTo>
                  <a:pt x="1801663" y="2015646"/>
                  <a:pt x="2158898" y="1864401"/>
                  <a:pt x="1771650" y="2019300"/>
                </a:cubicBezTo>
                <a:cubicBezTo>
                  <a:pt x="1739900" y="2032000"/>
                  <a:pt x="1709084" y="2047344"/>
                  <a:pt x="1676400" y="2057400"/>
                </a:cubicBezTo>
                <a:cubicBezTo>
                  <a:pt x="1626352" y="2072799"/>
                  <a:pt x="1574349" y="2081115"/>
                  <a:pt x="1524000" y="2095500"/>
                </a:cubicBezTo>
                <a:cubicBezTo>
                  <a:pt x="1485384" y="2106533"/>
                  <a:pt x="1448085" y="2121789"/>
                  <a:pt x="1409700" y="2133600"/>
                </a:cubicBezTo>
                <a:cubicBezTo>
                  <a:pt x="1365516" y="2147195"/>
                  <a:pt x="1320629" y="2158416"/>
                  <a:pt x="1276350" y="2171700"/>
                </a:cubicBezTo>
                <a:cubicBezTo>
                  <a:pt x="1257116" y="2177470"/>
                  <a:pt x="1237161" y="2181770"/>
                  <a:pt x="1219200" y="2190750"/>
                </a:cubicBezTo>
                <a:cubicBezTo>
                  <a:pt x="1198722" y="2200989"/>
                  <a:pt x="1183094" y="2219831"/>
                  <a:pt x="1162050" y="2228850"/>
                </a:cubicBezTo>
                <a:cubicBezTo>
                  <a:pt x="1137985" y="2239163"/>
                  <a:pt x="1110688" y="2239621"/>
                  <a:pt x="1085850" y="2247900"/>
                </a:cubicBezTo>
                <a:cubicBezTo>
                  <a:pt x="1021928" y="2269207"/>
                  <a:pt x="942455" y="2312426"/>
                  <a:pt x="876300" y="2324100"/>
                </a:cubicBezTo>
                <a:cubicBezTo>
                  <a:pt x="807229" y="2336289"/>
                  <a:pt x="736600" y="2336800"/>
                  <a:pt x="666750" y="2343150"/>
                </a:cubicBezTo>
                <a:cubicBezTo>
                  <a:pt x="533400" y="2330450"/>
                  <a:pt x="399619" y="2321665"/>
                  <a:pt x="266700" y="2305050"/>
                </a:cubicBezTo>
                <a:cubicBezTo>
                  <a:pt x="246775" y="2302559"/>
                  <a:pt x="227103" y="2295752"/>
                  <a:pt x="209550" y="2286000"/>
                </a:cubicBezTo>
                <a:cubicBezTo>
                  <a:pt x="169522" y="2263762"/>
                  <a:pt x="95250" y="2209800"/>
                  <a:pt x="95250" y="2209800"/>
                </a:cubicBezTo>
                <a:cubicBezTo>
                  <a:pt x="82550" y="2184400"/>
                  <a:pt x="71239" y="2158256"/>
                  <a:pt x="57150" y="2133600"/>
                </a:cubicBezTo>
                <a:cubicBezTo>
                  <a:pt x="45791" y="2113721"/>
                  <a:pt x="28069" y="2097494"/>
                  <a:pt x="19050" y="2076450"/>
                </a:cubicBezTo>
                <a:cubicBezTo>
                  <a:pt x="8737" y="2052385"/>
                  <a:pt x="6350" y="2025650"/>
                  <a:pt x="0" y="2000250"/>
                </a:cubicBezTo>
                <a:cubicBezTo>
                  <a:pt x="6350" y="1816100"/>
                  <a:pt x="2368" y="1631303"/>
                  <a:pt x="19050" y="1447800"/>
                </a:cubicBezTo>
                <a:cubicBezTo>
                  <a:pt x="21621" y="1419519"/>
                  <a:pt x="43359" y="1396424"/>
                  <a:pt x="57150" y="1371600"/>
                </a:cubicBezTo>
                <a:cubicBezTo>
                  <a:pt x="75132" y="1339233"/>
                  <a:pt x="91568" y="1305577"/>
                  <a:pt x="114300" y="1276350"/>
                </a:cubicBezTo>
                <a:cubicBezTo>
                  <a:pt x="180457" y="1191291"/>
                  <a:pt x="190484" y="1209689"/>
                  <a:pt x="266700" y="1143000"/>
                </a:cubicBezTo>
                <a:cubicBezTo>
                  <a:pt x="293733" y="1119346"/>
                  <a:pt x="314546" y="1088853"/>
                  <a:pt x="342900" y="1066800"/>
                </a:cubicBezTo>
                <a:cubicBezTo>
                  <a:pt x="372127" y="1044068"/>
                  <a:pt x="406752" y="1029274"/>
                  <a:pt x="438150" y="1009650"/>
                </a:cubicBezTo>
                <a:cubicBezTo>
                  <a:pt x="457565" y="997516"/>
                  <a:pt x="476669" y="984858"/>
                  <a:pt x="495300" y="971550"/>
                </a:cubicBezTo>
                <a:cubicBezTo>
                  <a:pt x="521136" y="953096"/>
                  <a:pt x="544075" y="930398"/>
                  <a:pt x="571500" y="914400"/>
                </a:cubicBezTo>
                <a:cubicBezTo>
                  <a:pt x="620559" y="885782"/>
                  <a:pt x="674134" y="865571"/>
                  <a:pt x="723900" y="838200"/>
                </a:cubicBezTo>
                <a:cubicBezTo>
                  <a:pt x="801197" y="795687"/>
                  <a:pt x="876155" y="749050"/>
                  <a:pt x="952500" y="704850"/>
                </a:cubicBezTo>
                <a:cubicBezTo>
                  <a:pt x="996806" y="679199"/>
                  <a:pt x="1038794" y="648817"/>
                  <a:pt x="1085850" y="628650"/>
                </a:cubicBezTo>
                <a:cubicBezTo>
                  <a:pt x="1130300" y="609600"/>
                  <a:pt x="1175945" y="593127"/>
                  <a:pt x="1219200" y="571500"/>
                </a:cubicBezTo>
                <a:cubicBezTo>
                  <a:pt x="1459513" y="451343"/>
                  <a:pt x="1247427" y="530341"/>
                  <a:pt x="1466850" y="457200"/>
                </a:cubicBezTo>
                <a:cubicBezTo>
                  <a:pt x="1856534" y="178855"/>
                  <a:pt x="1406434" y="484415"/>
                  <a:pt x="1695450" y="323850"/>
                </a:cubicBezTo>
                <a:cubicBezTo>
                  <a:pt x="1723204" y="308431"/>
                  <a:pt x="1743252" y="280899"/>
                  <a:pt x="1771650" y="266700"/>
                </a:cubicBezTo>
                <a:cubicBezTo>
                  <a:pt x="1807571" y="248739"/>
                  <a:pt x="1848207" y="242325"/>
                  <a:pt x="1885950" y="228600"/>
                </a:cubicBezTo>
                <a:cubicBezTo>
                  <a:pt x="1918087" y="216914"/>
                  <a:pt x="1950614" y="205793"/>
                  <a:pt x="1981200" y="190500"/>
                </a:cubicBezTo>
                <a:cubicBezTo>
                  <a:pt x="2014318" y="173941"/>
                  <a:pt x="2044083" y="151332"/>
                  <a:pt x="2076450" y="133350"/>
                </a:cubicBezTo>
                <a:cubicBezTo>
                  <a:pt x="2113798" y="112601"/>
                  <a:pt x="2165882" y="85611"/>
                  <a:pt x="2209800" y="76200"/>
                </a:cubicBezTo>
                <a:cubicBezTo>
                  <a:pt x="2596164" y="-6592"/>
                  <a:pt x="2265181" y="71326"/>
                  <a:pt x="2552700" y="19050"/>
                </a:cubicBezTo>
                <a:cubicBezTo>
                  <a:pt x="2578459" y="14366"/>
                  <a:pt x="2603500" y="6350"/>
                  <a:pt x="2628900" y="0"/>
                </a:cubicBezTo>
                <a:cubicBezTo>
                  <a:pt x="2755900" y="12700"/>
                  <a:pt x="2883252" y="22269"/>
                  <a:pt x="3009900" y="38100"/>
                </a:cubicBezTo>
                <a:cubicBezTo>
                  <a:pt x="3035880" y="41347"/>
                  <a:pt x="3061585" y="47957"/>
                  <a:pt x="3086100" y="57150"/>
                </a:cubicBezTo>
                <a:cubicBezTo>
                  <a:pt x="3112690" y="67121"/>
                  <a:pt x="3137644" y="81161"/>
                  <a:pt x="3162300" y="95250"/>
                </a:cubicBezTo>
                <a:cubicBezTo>
                  <a:pt x="3206327" y="120408"/>
                  <a:pt x="3245080" y="149974"/>
                  <a:pt x="3276600" y="190500"/>
                </a:cubicBezTo>
                <a:cubicBezTo>
                  <a:pt x="3304713" y="226645"/>
                  <a:pt x="3352800" y="304800"/>
                  <a:pt x="3352800" y="304800"/>
                </a:cubicBezTo>
                <a:cubicBezTo>
                  <a:pt x="3380434" y="415337"/>
                  <a:pt x="3386431" y="388526"/>
                  <a:pt x="3333750" y="533400"/>
                </a:cubicBezTo>
                <a:cubicBezTo>
                  <a:pt x="3325926" y="554917"/>
                  <a:pt x="3295650" y="590550"/>
                  <a:pt x="3295650" y="590550"/>
                </a:cubicBezTo>
              </a:path>
            </a:pathLst>
          </a:custGeom>
          <a:solidFill>
            <a:schemeClr val="tx2">
              <a:lumMod val="25000"/>
              <a:lumOff val="75000"/>
            </a:schemeClr>
          </a:solidFill>
          <a:ln w="76200">
            <a:noFill/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0E82D43-A37B-5406-ECC7-555FE04EDCDB}"/>
              </a:ext>
            </a:extLst>
          </p:cNvPr>
          <p:cNvSpPr/>
          <p:nvPr/>
        </p:nvSpPr>
        <p:spPr>
          <a:xfrm>
            <a:off x="6260854" y="6912773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99CF00A-1509-DC32-3918-BAFF955FDCB9}"/>
              </a:ext>
            </a:extLst>
          </p:cNvPr>
          <p:cNvSpPr/>
          <p:nvPr/>
        </p:nvSpPr>
        <p:spPr>
          <a:xfrm>
            <a:off x="6638519" y="3063752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B301936-4993-44B5-B07C-C8FEB8F72549}"/>
              </a:ext>
            </a:extLst>
          </p:cNvPr>
          <p:cNvSpPr/>
          <p:nvPr/>
        </p:nvSpPr>
        <p:spPr>
          <a:xfrm>
            <a:off x="4881794" y="422039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56C264D-ED9D-0BF1-8E5B-8932E7FEF881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106093" y="2796732"/>
            <a:ext cx="1631506" cy="105464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7C2086CA-DB12-348B-483F-DD7657C306C9}"/>
              </a:ext>
            </a:extLst>
          </p:cNvPr>
          <p:cNvSpPr/>
          <p:nvPr/>
        </p:nvSpPr>
        <p:spPr>
          <a:xfrm>
            <a:off x="5675027" y="3779176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C880117-34A2-F820-CE59-582055BDA2C7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4106093" y="2796732"/>
            <a:ext cx="838273" cy="149586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25BBFB-1A84-DA73-E4B4-9671C9C13022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4106093" y="2796732"/>
            <a:ext cx="2532426" cy="51354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9BD6382D-EC98-A79D-EC50-F17B5C789612}"/>
              </a:ext>
            </a:extLst>
          </p:cNvPr>
          <p:cNvSpPr/>
          <p:nvPr/>
        </p:nvSpPr>
        <p:spPr>
          <a:xfrm>
            <a:off x="4719069" y="8932095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D00794-9C34-7535-5394-5BDF6DF79D76}"/>
              </a:ext>
            </a:extLst>
          </p:cNvPr>
          <p:cNvSpPr/>
          <p:nvPr/>
        </p:nvSpPr>
        <p:spPr>
          <a:xfrm>
            <a:off x="3794856" y="8292408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F343CB8-2616-8EAC-0D81-FA32216AD76D}"/>
              </a:ext>
            </a:extLst>
          </p:cNvPr>
          <p:cNvSpPr/>
          <p:nvPr/>
        </p:nvSpPr>
        <p:spPr>
          <a:xfrm>
            <a:off x="5293265" y="9767075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62AE64-B0E7-BEAC-3C28-A6BCEF1D6FF5}"/>
              </a:ext>
            </a:extLst>
          </p:cNvPr>
          <p:cNvCxnSpPr>
            <a:cxnSpLocks/>
            <a:endCxn id="9" idx="3"/>
          </p:cNvCxnSpPr>
          <p:nvPr/>
        </p:nvCxnSpPr>
        <p:spPr>
          <a:xfrm flipH="1" flipV="1">
            <a:off x="3857428" y="8713247"/>
            <a:ext cx="258093" cy="38536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A8CF5B-E243-53C4-63EA-8D671608B339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4115521" y="10187914"/>
            <a:ext cx="1240316" cy="237902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129D9D-1DA1-F60A-6CFF-56D046ABD87B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4115521" y="9352934"/>
            <a:ext cx="666120" cy="321400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AD7FD3-B5BB-BE16-A87B-F859DCD97A9B}"/>
                  </a:ext>
                </a:extLst>
              </p:cNvPr>
              <p:cNvSpPr txBox="1"/>
              <p:nvPr/>
            </p:nvSpPr>
            <p:spPr>
              <a:xfrm>
                <a:off x="4881794" y="7789764"/>
                <a:ext cx="840743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A" sz="4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AD7FD3-B5BB-BE16-A87B-F859DCD97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794" y="7789764"/>
                <a:ext cx="840743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28ABE5-57F0-35B9-98C1-2C2936ACD4A8}"/>
                  </a:ext>
                </a:extLst>
              </p:cNvPr>
              <p:cNvSpPr txBox="1"/>
              <p:nvPr/>
            </p:nvSpPr>
            <p:spPr>
              <a:xfrm>
                <a:off x="7252923" y="3461261"/>
                <a:ext cx="875945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4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𝛺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A" sz="4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28ABE5-57F0-35B9-98C1-2C2936ACD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923" y="3461261"/>
                <a:ext cx="875945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373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23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2</cp:revision>
  <dcterms:created xsi:type="dcterms:W3CDTF">2025-01-28T21:57:31Z</dcterms:created>
  <dcterms:modified xsi:type="dcterms:W3CDTF">2025-06-05T08:03:01Z</dcterms:modified>
</cp:coreProperties>
</file>