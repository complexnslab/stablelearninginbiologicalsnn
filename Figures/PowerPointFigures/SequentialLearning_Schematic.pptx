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94" d="100"/>
          <a:sy n="94" d="100"/>
        </p:scale>
        <p:origin x="21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E0E52A11-90FC-B045-A2AA-171EBB50BD50}"/>
    <pc:docChg chg="modSld">
      <pc:chgData name="Arshia Razavi" userId="904038e0-47ff-4f77-ac26-7244a83cfac5" providerId="ADAL" clId="{E0E52A11-90FC-B045-A2AA-171EBB50BD50}" dt="2025-01-28T23:03:20.651" v="6" actId="1076"/>
      <pc:docMkLst>
        <pc:docMk/>
      </pc:docMkLst>
      <pc:sldChg chg="modSp mod">
        <pc:chgData name="Arshia Razavi" userId="904038e0-47ff-4f77-ac26-7244a83cfac5" providerId="ADAL" clId="{E0E52A11-90FC-B045-A2AA-171EBB50BD50}" dt="2025-01-28T23:03:20.651" v="6" actId="1076"/>
        <pc:sldMkLst>
          <pc:docMk/>
          <pc:sldMk cId="3319510395" sldId="256"/>
        </pc:sldMkLst>
        <pc:spChg chg="mod">
          <ac:chgData name="Arshia Razavi" userId="904038e0-47ff-4f77-ac26-7244a83cfac5" providerId="ADAL" clId="{E0E52A11-90FC-B045-A2AA-171EBB50BD50}" dt="2025-01-28T23:02:53.845" v="0" actId="14100"/>
          <ac:spMkLst>
            <pc:docMk/>
            <pc:sldMk cId="3319510395" sldId="256"/>
            <ac:spMk id="75" creationId="{1E34B469-FA97-5FA2-2B5A-02A7ACB181C3}"/>
          </ac:spMkLst>
        </pc:spChg>
        <pc:spChg chg="mod">
          <ac:chgData name="Arshia Razavi" userId="904038e0-47ff-4f77-ac26-7244a83cfac5" providerId="ADAL" clId="{E0E52A11-90FC-B045-A2AA-171EBB50BD50}" dt="2025-01-28T23:03:04.995" v="3" actId="14100"/>
          <ac:spMkLst>
            <pc:docMk/>
            <pc:sldMk cId="3319510395" sldId="256"/>
            <ac:spMk id="76" creationId="{E2CB9B9C-1582-E633-90B0-7DFCC1D7ED4B}"/>
          </ac:spMkLst>
        </pc:spChg>
        <pc:spChg chg="mod">
          <ac:chgData name="Arshia Razavi" userId="904038e0-47ff-4f77-ac26-7244a83cfac5" providerId="ADAL" clId="{E0E52A11-90FC-B045-A2AA-171EBB50BD50}" dt="2025-01-28T23:02:58.955" v="1" actId="14100"/>
          <ac:spMkLst>
            <pc:docMk/>
            <pc:sldMk cId="3319510395" sldId="256"/>
            <ac:spMk id="94" creationId="{DFF5D764-34D8-633B-26B2-7D5BF84DFC6E}"/>
          </ac:spMkLst>
        </pc:spChg>
        <pc:spChg chg="mod">
          <ac:chgData name="Arshia Razavi" userId="904038e0-47ff-4f77-ac26-7244a83cfac5" providerId="ADAL" clId="{E0E52A11-90FC-B045-A2AA-171EBB50BD50}" dt="2025-01-28T23:03:08.980" v="5" actId="14100"/>
          <ac:spMkLst>
            <pc:docMk/>
            <pc:sldMk cId="3319510395" sldId="256"/>
            <ac:spMk id="95" creationId="{03DA5594-C4EF-F965-4308-2B3C66938044}"/>
          </ac:spMkLst>
        </pc:spChg>
        <pc:spChg chg="mod">
          <ac:chgData name="Arshia Razavi" userId="904038e0-47ff-4f77-ac26-7244a83cfac5" providerId="ADAL" clId="{E0E52A11-90FC-B045-A2AA-171EBB50BD50}" dt="2025-01-28T23:03:20.651" v="6" actId="1076"/>
          <ac:spMkLst>
            <pc:docMk/>
            <pc:sldMk cId="3319510395" sldId="256"/>
            <ac:spMk id="105" creationId="{FB78049C-2DF0-2FDF-B6EF-FD5929835A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1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8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7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8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5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5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8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3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4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3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3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9C0C4-9A5A-9F41-B1B0-DB6A4B0F756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6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3575ADE5-CDD9-D0CE-EBD7-8712A816D16A}"/>
              </a:ext>
            </a:extLst>
          </p:cNvPr>
          <p:cNvSpPr txBox="1"/>
          <p:nvPr/>
        </p:nvSpPr>
        <p:spPr>
          <a:xfrm>
            <a:off x="12717727" y="9503658"/>
            <a:ext cx="1611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59FA84C-DCDC-596C-7332-36D9DADD50A2}"/>
              </a:ext>
            </a:extLst>
          </p:cNvPr>
          <p:cNvCxnSpPr>
            <a:cxnSpLocks/>
          </p:cNvCxnSpPr>
          <p:nvPr/>
        </p:nvCxnSpPr>
        <p:spPr>
          <a:xfrm>
            <a:off x="876752" y="9919157"/>
            <a:ext cx="2381251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2ACF494-57F2-D692-B2AA-028554492218}"/>
              </a:ext>
            </a:extLst>
          </p:cNvPr>
          <p:cNvSpPr txBox="1"/>
          <p:nvPr/>
        </p:nvSpPr>
        <p:spPr>
          <a:xfrm>
            <a:off x="1365100" y="10038547"/>
            <a:ext cx="1404552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A8AB8D8-E013-B965-589B-834F3B6922C1}"/>
              </a:ext>
            </a:extLst>
          </p:cNvPr>
          <p:cNvSpPr txBox="1"/>
          <p:nvPr/>
        </p:nvSpPr>
        <p:spPr>
          <a:xfrm>
            <a:off x="1455958" y="1452093"/>
            <a:ext cx="1222835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5401D5-D3FD-1276-C0C5-3AC7B49D9CD3}"/>
              </a:ext>
            </a:extLst>
          </p:cNvPr>
          <p:cNvSpPr txBox="1"/>
          <p:nvPr/>
        </p:nvSpPr>
        <p:spPr>
          <a:xfrm>
            <a:off x="7220247" y="1438093"/>
            <a:ext cx="1222835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555CAF-5631-8A6C-CFE8-634E491D6BA4}"/>
              </a:ext>
            </a:extLst>
          </p:cNvPr>
          <p:cNvSpPr/>
          <p:nvPr/>
        </p:nvSpPr>
        <p:spPr>
          <a:xfrm>
            <a:off x="1218465" y="2165810"/>
            <a:ext cx="463163" cy="71818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B4061E7-363D-C7ED-6443-0491C5E9833F}"/>
              </a:ext>
            </a:extLst>
          </p:cNvPr>
          <p:cNvSpPr txBox="1"/>
          <p:nvPr/>
        </p:nvSpPr>
        <p:spPr>
          <a:xfrm rot="16200000">
            <a:off x="1191002" y="5719308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7DC961-54A2-F4D1-34C8-E6E0C3B6D160}"/>
              </a:ext>
            </a:extLst>
          </p:cNvPr>
          <p:cNvSpPr txBox="1"/>
          <p:nvPr/>
        </p:nvSpPr>
        <p:spPr>
          <a:xfrm rot="16200000">
            <a:off x="-2628490" y="4984383"/>
            <a:ext cx="5934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Stimulation Pulse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CB2D466-5307-5FF3-0FAF-41AA59FD7D3D}"/>
              </a:ext>
            </a:extLst>
          </p:cNvPr>
          <p:cNvSpPr/>
          <p:nvPr/>
        </p:nvSpPr>
        <p:spPr>
          <a:xfrm>
            <a:off x="7098690" y="2164161"/>
            <a:ext cx="463163" cy="7181842"/>
          </a:xfrm>
          <a:prstGeom prst="rect">
            <a:avLst/>
          </a:prstGeom>
          <a:solidFill>
            <a:srgbClr val="FFFF00"/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6103B7B-EAE9-B98F-0F28-816AEBFF0F14}"/>
              </a:ext>
            </a:extLst>
          </p:cNvPr>
          <p:cNvSpPr txBox="1"/>
          <p:nvPr/>
        </p:nvSpPr>
        <p:spPr>
          <a:xfrm rot="16200000">
            <a:off x="7045869" y="5675194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624F37-B2BD-A333-BA11-30C4954A55E6}"/>
              </a:ext>
            </a:extLst>
          </p:cNvPr>
          <p:cNvSpPr txBox="1"/>
          <p:nvPr/>
        </p:nvSpPr>
        <p:spPr>
          <a:xfrm>
            <a:off x="7748088" y="8476869"/>
            <a:ext cx="100380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F81C1A9-6944-9980-D1BA-468251CDF12F}"/>
              </a:ext>
            </a:extLst>
          </p:cNvPr>
          <p:cNvCxnSpPr>
            <a:cxnSpLocks/>
          </p:cNvCxnSpPr>
          <p:nvPr/>
        </p:nvCxnSpPr>
        <p:spPr>
          <a:xfrm>
            <a:off x="1217965" y="8936693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E483F2C-7437-CC57-D8AE-6735C8EC0DD4}"/>
              </a:ext>
            </a:extLst>
          </p:cNvPr>
          <p:cNvSpPr txBox="1"/>
          <p:nvPr/>
        </p:nvSpPr>
        <p:spPr>
          <a:xfrm>
            <a:off x="1674993" y="8476869"/>
            <a:ext cx="100380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ACC0E6C-9209-89F3-6BE6-8036E8B3CA08}"/>
              </a:ext>
            </a:extLst>
          </p:cNvPr>
          <p:cNvCxnSpPr>
            <a:cxnSpLocks/>
          </p:cNvCxnSpPr>
          <p:nvPr/>
        </p:nvCxnSpPr>
        <p:spPr>
          <a:xfrm>
            <a:off x="7128298" y="8936903"/>
            <a:ext cx="4631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CD6AD10-9ED2-15E8-B549-BDCB16650BE0}"/>
              </a:ext>
            </a:extLst>
          </p:cNvPr>
          <p:cNvSpPr txBox="1"/>
          <p:nvPr/>
        </p:nvSpPr>
        <p:spPr>
          <a:xfrm>
            <a:off x="4570787" y="1443493"/>
            <a:ext cx="182396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8850BF2-036A-A8C6-9DDA-799ABDBDD10B}"/>
              </a:ext>
            </a:extLst>
          </p:cNvPr>
          <p:cNvSpPr txBox="1"/>
          <p:nvPr/>
        </p:nvSpPr>
        <p:spPr>
          <a:xfrm>
            <a:off x="10394340" y="1463876"/>
            <a:ext cx="182396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781581F-DD6F-3E52-B0C7-A941CB5DEC04}"/>
              </a:ext>
            </a:extLst>
          </p:cNvPr>
          <p:cNvSpPr/>
          <p:nvPr/>
        </p:nvSpPr>
        <p:spPr>
          <a:xfrm>
            <a:off x="4596534" y="2177747"/>
            <a:ext cx="463163" cy="71818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C8611CB-3D08-ACEC-D494-85431E3FFAF7}"/>
              </a:ext>
            </a:extLst>
          </p:cNvPr>
          <p:cNvSpPr txBox="1"/>
          <p:nvPr/>
        </p:nvSpPr>
        <p:spPr>
          <a:xfrm rot="16200000">
            <a:off x="4569071" y="5731246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F8125B2-2C31-1A23-6166-0E2ED8CA0007}"/>
              </a:ext>
            </a:extLst>
          </p:cNvPr>
          <p:cNvSpPr/>
          <p:nvPr/>
        </p:nvSpPr>
        <p:spPr>
          <a:xfrm>
            <a:off x="10573346" y="2165813"/>
            <a:ext cx="463163" cy="7181842"/>
          </a:xfrm>
          <a:prstGeom prst="rect">
            <a:avLst/>
          </a:prstGeom>
          <a:solidFill>
            <a:srgbClr val="FFFF00"/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6E4047-DC3E-6169-ACF9-9E5103E6F36F}"/>
              </a:ext>
            </a:extLst>
          </p:cNvPr>
          <p:cNvSpPr txBox="1"/>
          <p:nvPr/>
        </p:nvSpPr>
        <p:spPr>
          <a:xfrm rot="16200000">
            <a:off x="10520525" y="5676848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BE4EC03-D1AD-2297-CA32-DA47D5B55B92}"/>
              </a:ext>
            </a:extLst>
          </p:cNvPr>
          <p:cNvCxnSpPr>
            <a:cxnSpLocks/>
          </p:cNvCxnSpPr>
          <p:nvPr/>
        </p:nvCxnSpPr>
        <p:spPr>
          <a:xfrm>
            <a:off x="914851" y="9394622"/>
            <a:ext cx="122681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EE5A7B3-A971-7EF9-EB52-B5D038488CC7}"/>
              </a:ext>
            </a:extLst>
          </p:cNvPr>
          <p:cNvCxnSpPr>
            <a:cxnSpLocks/>
          </p:cNvCxnSpPr>
          <p:nvPr/>
        </p:nvCxnSpPr>
        <p:spPr>
          <a:xfrm>
            <a:off x="6628762" y="9884659"/>
            <a:ext cx="240217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5B666F2-9F29-C0A8-0255-F6E24A51BA0F}"/>
              </a:ext>
            </a:extLst>
          </p:cNvPr>
          <p:cNvSpPr txBox="1"/>
          <p:nvPr/>
        </p:nvSpPr>
        <p:spPr>
          <a:xfrm>
            <a:off x="7143285" y="10038547"/>
            <a:ext cx="1404552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B78049C-2DF0-2FDF-B6EF-FD5929835AD6}"/>
              </a:ext>
            </a:extLst>
          </p:cNvPr>
          <p:cNvSpPr txBox="1"/>
          <p:nvPr/>
        </p:nvSpPr>
        <p:spPr>
          <a:xfrm>
            <a:off x="3943096" y="-38422"/>
            <a:ext cx="6077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Sequential Learning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C41DF02-9170-56AD-1E24-D41E4D28E22A}"/>
              </a:ext>
            </a:extLst>
          </p:cNvPr>
          <p:cNvSpPr/>
          <p:nvPr/>
        </p:nvSpPr>
        <p:spPr>
          <a:xfrm>
            <a:off x="9289968" y="5568394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60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F3FBB6B-DD54-D56E-B7D7-5A90EEC9A275}"/>
              </a:ext>
            </a:extLst>
          </p:cNvPr>
          <p:cNvSpPr/>
          <p:nvPr/>
        </p:nvSpPr>
        <p:spPr>
          <a:xfrm>
            <a:off x="9474057" y="5568394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60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E588871-1CF3-05AF-32FE-6260A8C4865B}"/>
              </a:ext>
            </a:extLst>
          </p:cNvPr>
          <p:cNvSpPr/>
          <p:nvPr/>
        </p:nvSpPr>
        <p:spPr>
          <a:xfrm>
            <a:off x="9662774" y="5568394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6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0C6FD85-EB59-24D5-9167-37A3B1B7A6C3}"/>
              </a:ext>
            </a:extLst>
          </p:cNvPr>
          <p:cNvCxnSpPr>
            <a:cxnSpLocks/>
          </p:cNvCxnSpPr>
          <p:nvPr/>
        </p:nvCxnSpPr>
        <p:spPr>
          <a:xfrm>
            <a:off x="3255241" y="820296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5AC6F6-9947-B0A5-9753-70AEDC68A23F}"/>
              </a:ext>
            </a:extLst>
          </p:cNvPr>
          <p:cNvCxnSpPr>
            <a:cxnSpLocks/>
          </p:cNvCxnSpPr>
          <p:nvPr/>
        </p:nvCxnSpPr>
        <p:spPr>
          <a:xfrm>
            <a:off x="4254175" y="829407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B77771-FD4A-A594-71B2-A6516A68C903}"/>
              </a:ext>
            </a:extLst>
          </p:cNvPr>
          <p:cNvCxnSpPr>
            <a:cxnSpLocks/>
          </p:cNvCxnSpPr>
          <p:nvPr/>
        </p:nvCxnSpPr>
        <p:spPr>
          <a:xfrm>
            <a:off x="6642854" y="827605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CB5AFC-AAC5-0AE2-36C2-4423F31FC3A0}"/>
              </a:ext>
            </a:extLst>
          </p:cNvPr>
          <p:cNvCxnSpPr>
            <a:cxnSpLocks/>
          </p:cNvCxnSpPr>
          <p:nvPr/>
        </p:nvCxnSpPr>
        <p:spPr>
          <a:xfrm>
            <a:off x="9018191" y="820295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8C69AE-EA59-226E-6EA1-EB6DE7FE2DB8}"/>
              </a:ext>
            </a:extLst>
          </p:cNvPr>
          <p:cNvCxnSpPr>
            <a:cxnSpLocks/>
          </p:cNvCxnSpPr>
          <p:nvPr/>
        </p:nvCxnSpPr>
        <p:spPr>
          <a:xfrm>
            <a:off x="12442003" y="827605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13B2C9-AB2F-FAB9-C2B6-5649487E6039}"/>
              </a:ext>
            </a:extLst>
          </p:cNvPr>
          <p:cNvCxnSpPr>
            <a:cxnSpLocks/>
          </p:cNvCxnSpPr>
          <p:nvPr/>
        </p:nvCxnSpPr>
        <p:spPr>
          <a:xfrm>
            <a:off x="10072327" y="839546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5605B30-3911-8077-E851-98B8133A7480}"/>
              </a:ext>
            </a:extLst>
          </p:cNvPr>
          <p:cNvSpPr/>
          <p:nvPr/>
        </p:nvSpPr>
        <p:spPr>
          <a:xfrm>
            <a:off x="3515174" y="5568394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6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A56377-5848-CA73-B154-EAAAB228C784}"/>
              </a:ext>
            </a:extLst>
          </p:cNvPr>
          <p:cNvSpPr/>
          <p:nvPr/>
        </p:nvSpPr>
        <p:spPr>
          <a:xfrm>
            <a:off x="3699263" y="5568394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6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D59FDB5-E1EE-D33F-F995-FC318CE14792}"/>
              </a:ext>
            </a:extLst>
          </p:cNvPr>
          <p:cNvSpPr/>
          <p:nvPr/>
        </p:nvSpPr>
        <p:spPr>
          <a:xfrm>
            <a:off x="3887980" y="5568394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6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25C20E-B999-00D7-A2BA-CF529AB1022A}"/>
              </a:ext>
            </a:extLst>
          </p:cNvPr>
          <p:cNvCxnSpPr>
            <a:cxnSpLocks/>
          </p:cNvCxnSpPr>
          <p:nvPr/>
        </p:nvCxnSpPr>
        <p:spPr>
          <a:xfrm>
            <a:off x="908937" y="813987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51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D00ECD12-60C1-B292-8E0D-9C2F8331A7C5}"/>
              </a:ext>
            </a:extLst>
          </p:cNvPr>
          <p:cNvSpPr txBox="1"/>
          <p:nvPr/>
        </p:nvSpPr>
        <p:spPr>
          <a:xfrm>
            <a:off x="12717727" y="9503658"/>
            <a:ext cx="1611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7B929C-B6D5-F8A8-1B3B-975571B40AE1}"/>
              </a:ext>
            </a:extLst>
          </p:cNvPr>
          <p:cNvSpPr/>
          <p:nvPr/>
        </p:nvSpPr>
        <p:spPr>
          <a:xfrm>
            <a:off x="876752" y="821944"/>
            <a:ext cx="2381251" cy="85257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C1391D-6A2F-2652-7AA1-C2EAC2E8B74D}"/>
              </a:ext>
            </a:extLst>
          </p:cNvPr>
          <p:cNvSpPr/>
          <p:nvPr/>
        </p:nvSpPr>
        <p:spPr>
          <a:xfrm>
            <a:off x="6639224" y="832084"/>
            <a:ext cx="2381251" cy="8503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34A72D3-0878-765C-DB9F-CCA7DE307D17}"/>
              </a:ext>
            </a:extLst>
          </p:cNvPr>
          <p:cNvSpPr/>
          <p:nvPr/>
        </p:nvSpPr>
        <p:spPr>
          <a:xfrm>
            <a:off x="3450408" y="5497689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E70E5E-CC6F-E3BA-55CF-30EDCC493ACD}"/>
              </a:ext>
            </a:extLst>
          </p:cNvPr>
          <p:cNvSpPr/>
          <p:nvPr/>
        </p:nvSpPr>
        <p:spPr>
          <a:xfrm>
            <a:off x="3693112" y="5493719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240B85B-2AC0-5080-2100-A0EAAB300450}"/>
              </a:ext>
            </a:extLst>
          </p:cNvPr>
          <p:cNvSpPr/>
          <p:nvPr/>
        </p:nvSpPr>
        <p:spPr>
          <a:xfrm>
            <a:off x="3951853" y="5493719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16C0E38-0F88-5A50-D8C4-240105AF273B}"/>
              </a:ext>
            </a:extLst>
          </p:cNvPr>
          <p:cNvCxnSpPr>
            <a:cxnSpLocks/>
          </p:cNvCxnSpPr>
          <p:nvPr/>
        </p:nvCxnSpPr>
        <p:spPr>
          <a:xfrm>
            <a:off x="876752" y="9919157"/>
            <a:ext cx="2381251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987CAC7-8AFF-7EC8-B6F4-611D81314CE1}"/>
              </a:ext>
            </a:extLst>
          </p:cNvPr>
          <p:cNvSpPr txBox="1"/>
          <p:nvPr/>
        </p:nvSpPr>
        <p:spPr>
          <a:xfrm>
            <a:off x="1365100" y="10038547"/>
            <a:ext cx="1404552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47E2E3-CA8C-2FED-C178-A30D6674BED4}"/>
              </a:ext>
            </a:extLst>
          </p:cNvPr>
          <p:cNvSpPr txBox="1"/>
          <p:nvPr/>
        </p:nvSpPr>
        <p:spPr>
          <a:xfrm>
            <a:off x="1455958" y="1452093"/>
            <a:ext cx="1222835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2AFCA-1748-2384-EDDE-04F4F1281ACE}"/>
              </a:ext>
            </a:extLst>
          </p:cNvPr>
          <p:cNvSpPr txBox="1"/>
          <p:nvPr/>
        </p:nvSpPr>
        <p:spPr>
          <a:xfrm>
            <a:off x="7220247" y="1438093"/>
            <a:ext cx="1222835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71F154-28A3-5078-19EC-44C3296261CE}"/>
              </a:ext>
            </a:extLst>
          </p:cNvPr>
          <p:cNvSpPr/>
          <p:nvPr/>
        </p:nvSpPr>
        <p:spPr>
          <a:xfrm>
            <a:off x="1218465" y="2165810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79C4F7-D70D-0DC5-450E-DACD7C672DFC}"/>
              </a:ext>
            </a:extLst>
          </p:cNvPr>
          <p:cNvSpPr txBox="1"/>
          <p:nvPr/>
        </p:nvSpPr>
        <p:spPr>
          <a:xfrm rot="16200000">
            <a:off x="1191002" y="5719308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595C65D-4FF9-5DF2-5AF4-7090A47F8EE7}"/>
              </a:ext>
            </a:extLst>
          </p:cNvPr>
          <p:cNvCxnSpPr>
            <a:cxnSpLocks/>
          </p:cNvCxnSpPr>
          <p:nvPr/>
        </p:nvCxnSpPr>
        <p:spPr>
          <a:xfrm flipV="1">
            <a:off x="914851" y="832084"/>
            <a:ext cx="0" cy="85257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B99E696-2D41-5567-7F0E-2B718800EA8C}"/>
              </a:ext>
            </a:extLst>
          </p:cNvPr>
          <p:cNvSpPr txBox="1"/>
          <p:nvPr/>
        </p:nvSpPr>
        <p:spPr>
          <a:xfrm rot="16200000">
            <a:off x="-2588978" y="5168221"/>
            <a:ext cx="5934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Current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93F958-4CC7-7D39-81B4-DF995D9902E8}"/>
              </a:ext>
            </a:extLst>
          </p:cNvPr>
          <p:cNvSpPr/>
          <p:nvPr/>
        </p:nvSpPr>
        <p:spPr>
          <a:xfrm>
            <a:off x="7098690" y="2164161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E4671D-8936-2B56-08ED-EE34E19C84EE}"/>
              </a:ext>
            </a:extLst>
          </p:cNvPr>
          <p:cNvSpPr txBox="1"/>
          <p:nvPr/>
        </p:nvSpPr>
        <p:spPr>
          <a:xfrm rot="16200000">
            <a:off x="7045869" y="5675194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8BCC90-A52D-5590-CA2B-E20CF5CBDD7F}"/>
              </a:ext>
            </a:extLst>
          </p:cNvPr>
          <p:cNvSpPr txBox="1"/>
          <p:nvPr/>
        </p:nvSpPr>
        <p:spPr>
          <a:xfrm>
            <a:off x="7748088" y="8476869"/>
            <a:ext cx="100380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666CA17-673E-770F-128C-811136649AB3}"/>
              </a:ext>
            </a:extLst>
          </p:cNvPr>
          <p:cNvCxnSpPr>
            <a:cxnSpLocks/>
          </p:cNvCxnSpPr>
          <p:nvPr/>
        </p:nvCxnSpPr>
        <p:spPr>
          <a:xfrm>
            <a:off x="1217965" y="8936693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D6D98CF-79F0-5F48-BF01-5BD69BABB1DB}"/>
              </a:ext>
            </a:extLst>
          </p:cNvPr>
          <p:cNvSpPr txBox="1"/>
          <p:nvPr/>
        </p:nvSpPr>
        <p:spPr>
          <a:xfrm>
            <a:off x="1674993" y="8476869"/>
            <a:ext cx="100380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EC986F2-0600-8B8C-46CC-9B96A38EEB2F}"/>
              </a:ext>
            </a:extLst>
          </p:cNvPr>
          <p:cNvCxnSpPr>
            <a:cxnSpLocks/>
          </p:cNvCxnSpPr>
          <p:nvPr/>
        </p:nvCxnSpPr>
        <p:spPr>
          <a:xfrm>
            <a:off x="7128298" y="8936903"/>
            <a:ext cx="4631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8EE291A-F65B-F60C-548D-6B1096981CA3}"/>
              </a:ext>
            </a:extLst>
          </p:cNvPr>
          <p:cNvSpPr/>
          <p:nvPr/>
        </p:nvSpPr>
        <p:spPr>
          <a:xfrm>
            <a:off x="4254821" y="821944"/>
            <a:ext cx="2381251" cy="85376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A8D2ED-32F6-FA42-F74F-EB381607EB51}"/>
              </a:ext>
            </a:extLst>
          </p:cNvPr>
          <p:cNvSpPr/>
          <p:nvPr/>
        </p:nvSpPr>
        <p:spPr>
          <a:xfrm>
            <a:off x="10069427" y="832083"/>
            <a:ext cx="2381251" cy="85675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58A284-E073-0D2A-903A-41D7E9CF67C5}"/>
              </a:ext>
            </a:extLst>
          </p:cNvPr>
          <p:cNvSpPr txBox="1"/>
          <p:nvPr/>
        </p:nvSpPr>
        <p:spPr>
          <a:xfrm>
            <a:off x="4570787" y="1443493"/>
            <a:ext cx="182396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D50AAB-2F57-A708-AD5E-F87905B47A31}"/>
              </a:ext>
            </a:extLst>
          </p:cNvPr>
          <p:cNvSpPr txBox="1"/>
          <p:nvPr/>
        </p:nvSpPr>
        <p:spPr>
          <a:xfrm>
            <a:off x="10394340" y="1463876"/>
            <a:ext cx="182396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2C6CD4-E576-9BE1-A0AB-1E3C9E2D668B}"/>
              </a:ext>
            </a:extLst>
          </p:cNvPr>
          <p:cNvSpPr/>
          <p:nvPr/>
        </p:nvSpPr>
        <p:spPr>
          <a:xfrm>
            <a:off x="4596534" y="2177747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EF52AD-FCEC-8EE3-8CA4-42C87226372D}"/>
              </a:ext>
            </a:extLst>
          </p:cNvPr>
          <p:cNvSpPr txBox="1"/>
          <p:nvPr/>
        </p:nvSpPr>
        <p:spPr>
          <a:xfrm rot="16200000">
            <a:off x="4569071" y="5731246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1A81E25-C799-35A0-379C-EC33524FD21A}"/>
              </a:ext>
            </a:extLst>
          </p:cNvPr>
          <p:cNvSpPr/>
          <p:nvPr/>
        </p:nvSpPr>
        <p:spPr>
          <a:xfrm>
            <a:off x="10573346" y="2165813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DC88816-0375-B574-4A41-871C84B14462}"/>
              </a:ext>
            </a:extLst>
          </p:cNvPr>
          <p:cNvSpPr txBox="1"/>
          <p:nvPr/>
        </p:nvSpPr>
        <p:spPr>
          <a:xfrm rot="16200000">
            <a:off x="10520525" y="5676848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6232C9A-444C-3D84-49EF-1C3C8F0CF394}"/>
              </a:ext>
            </a:extLst>
          </p:cNvPr>
          <p:cNvCxnSpPr>
            <a:cxnSpLocks/>
          </p:cNvCxnSpPr>
          <p:nvPr/>
        </p:nvCxnSpPr>
        <p:spPr>
          <a:xfrm>
            <a:off x="876750" y="9394622"/>
            <a:ext cx="123063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1CEC11D-1ABD-0E6A-933D-E99AED9A9AD8}"/>
              </a:ext>
            </a:extLst>
          </p:cNvPr>
          <p:cNvCxnSpPr>
            <a:cxnSpLocks/>
          </p:cNvCxnSpPr>
          <p:nvPr/>
        </p:nvCxnSpPr>
        <p:spPr>
          <a:xfrm>
            <a:off x="6628762" y="988465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4459ACE-CCF1-DA15-CAC4-A96ABE8A127B}"/>
              </a:ext>
            </a:extLst>
          </p:cNvPr>
          <p:cNvSpPr txBox="1"/>
          <p:nvPr/>
        </p:nvSpPr>
        <p:spPr>
          <a:xfrm>
            <a:off x="7143285" y="10038547"/>
            <a:ext cx="1404552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016EF9-DC91-A6C8-58D2-3A51A1B29310}"/>
              </a:ext>
            </a:extLst>
          </p:cNvPr>
          <p:cNvSpPr txBox="1"/>
          <p:nvPr/>
        </p:nvSpPr>
        <p:spPr>
          <a:xfrm>
            <a:off x="3943096" y="-38422"/>
            <a:ext cx="6077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Sequential Learning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B037560-E995-49C3-1790-C0FF4C2DCAC5}"/>
              </a:ext>
            </a:extLst>
          </p:cNvPr>
          <p:cNvSpPr/>
          <p:nvPr/>
        </p:nvSpPr>
        <p:spPr>
          <a:xfrm>
            <a:off x="9231354" y="557236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2F0062D-DBA8-326E-60D0-EB5F7210C8AC}"/>
              </a:ext>
            </a:extLst>
          </p:cNvPr>
          <p:cNvSpPr/>
          <p:nvPr/>
        </p:nvSpPr>
        <p:spPr>
          <a:xfrm>
            <a:off x="9474057" y="5568394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EFB37C5-CC9A-B19C-EC21-E22636776AEE}"/>
              </a:ext>
            </a:extLst>
          </p:cNvPr>
          <p:cNvSpPr/>
          <p:nvPr/>
        </p:nvSpPr>
        <p:spPr>
          <a:xfrm>
            <a:off x="9732799" y="5568394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</p:spTree>
    <p:extLst>
      <p:ext uri="{BB962C8B-B14F-4D97-AF65-F5344CB8AC3E}">
        <p14:creationId xmlns:p14="http://schemas.microsoft.com/office/powerpoint/2010/main" val="163417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50</Words>
  <Application>Microsoft Office PowerPoint</Application>
  <PresentationFormat>Custom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5</cp:revision>
  <dcterms:created xsi:type="dcterms:W3CDTF">2025-01-28T22:44:55Z</dcterms:created>
  <dcterms:modified xsi:type="dcterms:W3CDTF">2025-06-05T08:18:33Z</dcterms:modified>
</cp:coreProperties>
</file>