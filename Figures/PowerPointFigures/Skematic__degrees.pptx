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4754563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14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0" autoAdjust="0"/>
    <p:restoredTop sz="94660"/>
  </p:normalViewPr>
  <p:slideViewPr>
    <p:cSldViewPr snapToGrid="0">
      <p:cViewPr varScale="1">
        <p:scale>
          <a:sx n="303" d="100"/>
          <a:sy n="303" d="100"/>
        </p:scale>
        <p:origin x="2376" y="240"/>
      </p:cViewPr>
      <p:guideLst>
        <p:guide orient="horz" pos="1008"/>
        <p:guide pos="14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592" y="523770"/>
            <a:ext cx="4041379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21" y="1680951"/>
            <a:ext cx="3565922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473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17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00" y="797879"/>
            <a:ext cx="4100811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400" y="2141750"/>
            <a:ext cx="4100811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82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8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6876" y="851959"/>
            <a:ext cx="2020689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6998" y="851959"/>
            <a:ext cx="2020689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146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495" y="170392"/>
            <a:ext cx="4100811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496" y="784543"/>
            <a:ext cx="2011403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496" y="1169035"/>
            <a:ext cx="2011403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6998" y="784543"/>
            <a:ext cx="2021309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06998" y="1169035"/>
            <a:ext cx="2021309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769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742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64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496" y="213360"/>
            <a:ext cx="1533470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1308" y="460799"/>
            <a:ext cx="2406998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7496" y="960120"/>
            <a:ext cx="1533470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644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496" y="213360"/>
            <a:ext cx="1533470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21308" y="460799"/>
            <a:ext cx="2406998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7496" y="960120"/>
            <a:ext cx="1533470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8952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0016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02484" y="170392"/>
            <a:ext cx="1025203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6876" y="170392"/>
            <a:ext cx="3016176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331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6876" y="170392"/>
            <a:ext cx="4100811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876" y="851959"/>
            <a:ext cx="4100811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6876" y="2966297"/>
            <a:ext cx="1069777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97096-DC01-446A-8091-F0DF7F92F99F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4949" y="2966297"/>
            <a:ext cx="160466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57910" y="2966297"/>
            <a:ext cx="1069777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71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81">
            <a:extLst>
              <a:ext uri="{FF2B5EF4-FFF2-40B4-BE49-F238E27FC236}">
                <a16:creationId xmlns:a16="http://schemas.microsoft.com/office/drawing/2014/main" id="{90FADF06-9B6F-8422-A10B-4337912F786D}"/>
              </a:ext>
            </a:extLst>
          </p:cNvPr>
          <p:cNvSpPr/>
          <p:nvPr/>
        </p:nvSpPr>
        <p:spPr>
          <a:xfrm>
            <a:off x="1173570" y="1256877"/>
            <a:ext cx="818866" cy="79157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F690E5-BAB5-F980-5CF8-FEF5278CD700}"/>
              </a:ext>
            </a:extLst>
          </p:cNvPr>
          <p:cNvSpPr txBox="1"/>
          <p:nvPr/>
        </p:nvSpPr>
        <p:spPr>
          <a:xfrm>
            <a:off x="665616" y="385094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891EE2-C1E9-C175-BBFB-7A4F6FC7CA58}"/>
              </a:ext>
            </a:extLst>
          </p:cNvPr>
          <p:cNvSpPr txBox="1"/>
          <p:nvPr/>
        </p:nvSpPr>
        <p:spPr>
          <a:xfrm>
            <a:off x="665616" y="259883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575971-245E-CB91-B59C-1B29BA8CE15A}"/>
              </a:ext>
            </a:extLst>
          </p:cNvPr>
          <p:cNvSpPr txBox="1"/>
          <p:nvPr/>
        </p:nvSpPr>
        <p:spPr>
          <a:xfrm>
            <a:off x="1872514" y="379973"/>
            <a:ext cx="62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Inh</a:t>
            </a:r>
            <a:endParaRPr lang="en-C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AFBB13-9565-7451-E084-A1B11E16061D}"/>
              </a:ext>
            </a:extLst>
          </p:cNvPr>
          <p:cNvSpPr txBox="1"/>
          <p:nvPr/>
        </p:nvSpPr>
        <p:spPr>
          <a:xfrm>
            <a:off x="1812190" y="2598835"/>
            <a:ext cx="68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Inh</a:t>
            </a:r>
            <a:endParaRPr lang="en-CA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46C7368-26FC-B5E6-0BBC-7A5858FEED5E}"/>
              </a:ext>
            </a:extLst>
          </p:cNvPr>
          <p:cNvCxnSpPr>
            <a:cxnSpLocks/>
            <a:stCxn id="83" idx="2"/>
            <a:endCxn id="82" idx="1"/>
          </p:cNvCxnSpPr>
          <p:nvPr/>
        </p:nvCxnSpPr>
        <p:spPr>
          <a:xfrm>
            <a:off x="884695" y="754426"/>
            <a:ext cx="408799" cy="618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B3DB417-EB5B-3DFB-41F0-050E1294597A}"/>
              </a:ext>
            </a:extLst>
          </p:cNvPr>
          <p:cNvCxnSpPr>
            <a:cxnSpLocks/>
            <a:stCxn id="85" idx="2"/>
            <a:endCxn id="82" idx="7"/>
          </p:cNvCxnSpPr>
          <p:nvPr/>
        </p:nvCxnSpPr>
        <p:spPr>
          <a:xfrm flipH="1">
            <a:off x="1872516" y="749309"/>
            <a:ext cx="311148" cy="6234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370D98E-93D5-DA2F-1557-B9DC28A4CE67}"/>
              </a:ext>
            </a:extLst>
          </p:cNvPr>
          <p:cNvCxnSpPr>
            <a:cxnSpLocks/>
            <a:stCxn id="82" idx="3"/>
            <a:endCxn id="84" idx="0"/>
          </p:cNvCxnSpPr>
          <p:nvPr/>
        </p:nvCxnSpPr>
        <p:spPr>
          <a:xfrm flipH="1">
            <a:off x="884695" y="1932524"/>
            <a:ext cx="408799" cy="66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771D2DE-10D3-CC00-6B79-25782D14CA07}"/>
              </a:ext>
            </a:extLst>
          </p:cNvPr>
          <p:cNvCxnSpPr>
            <a:cxnSpLocks/>
            <a:stCxn id="82" idx="5"/>
            <a:endCxn id="86" idx="0"/>
          </p:cNvCxnSpPr>
          <p:nvPr/>
        </p:nvCxnSpPr>
        <p:spPr>
          <a:xfrm>
            <a:off x="1872520" y="1932528"/>
            <a:ext cx="280987" cy="6663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4EF0C766-4381-F81B-CBCF-C786285D886C}"/>
              </a:ext>
            </a:extLst>
          </p:cNvPr>
          <p:cNvSpPr/>
          <p:nvPr/>
        </p:nvSpPr>
        <p:spPr>
          <a:xfrm>
            <a:off x="3405357" y="1275402"/>
            <a:ext cx="818866" cy="79157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Inh</a:t>
            </a:r>
            <a:endParaRPr lang="en-CA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432838-CF3C-4C40-6674-5F693D2C5063}"/>
              </a:ext>
            </a:extLst>
          </p:cNvPr>
          <p:cNvSpPr txBox="1"/>
          <p:nvPr/>
        </p:nvSpPr>
        <p:spPr>
          <a:xfrm>
            <a:off x="3583006" y="39604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683995C-0FF8-188D-4732-FAE078DD74DE}"/>
              </a:ext>
            </a:extLst>
          </p:cNvPr>
          <p:cNvSpPr txBox="1"/>
          <p:nvPr/>
        </p:nvSpPr>
        <p:spPr>
          <a:xfrm>
            <a:off x="3583006" y="2609788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26F6B22-083C-CE38-A7C6-CAB4AE4CAB3D}"/>
              </a:ext>
            </a:extLst>
          </p:cNvPr>
          <p:cNvCxnSpPr>
            <a:cxnSpLocks/>
            <a:stCxn id="92" idx="2"/>
            <a:endCxn id="91" idx="0"/>
          </p:cNvCxnSpPr>
          <p:nvPr/>
        </p:nvCxnSpPr>
        <p:spPr>
          <a:xfrm>
            <a:off x="3802085" y="765378"/>
            <a:ext cx="12709" cy="510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AF0BDDF-3518-98AD-5ABE-075ADF13F04A}"/>
              </a:ext>
            </a:extLst>
          </p:cNvPr>
          <p:cNvCxnSpPr>
            <a:cxnSpLocks/>
            <a:stCxn id="91" idx="4"/>
            <a:endCxn id="93" idx="0"/>
          </p:cNvCxnSpPr>
          <p:nvPr/>
        </p:nvCxnSpPr>
        <p:spPr>
          <a:xfrm flipH="1">
            <a:off x="3802085" y="2066972"/>
            <a:ext cx="12709" cy="5428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7AD2B76-7EB6-BBB6-0CB4-7870A6C95E7B}"/>
                  </a:ext>
                </a:extLst>
              </p:cNvPr>
              <p:cNvSpPr txBox="1"/>
              <p:nvPr/>
            </p:nvSpPr>
            <p:spPr>
              <a:xfrm>
                <a:off x="2051543" y="2039117"/>
                <a:ext cx="485261" cy="2900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7AD2B76-7EB6-BBB6-0CB4-7870A6C95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543" y="2039117"/>
                <a:ext cx="485261" cy="290079"/>
              </a:xfrm>
              <a:prstGeom prst="rect">
                <a:avLst/>
              </a:prstGeom>
              <a:blipFill>
                <a:blip r:embed="rId2"/>
                <a:stretch>
                  <a:fillRect l="-12658" r="-2532" b="-1914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14A8A5C-E892-6C8C-8CB2-2EB4F98131E1}"/>
                  </a:ext>
                </a:extLst>
              </p:cNvPr>
              <p:cNvSpPr txBox="1"/>
              <p:nvPr/>
            </p:nvSpPr>
            <p:spPr>
              <a:xfrm>
                <a:off x="557202" y="2091009"/>
                <a:ext cx="516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14A8A5C-E892-6C8C-8CB2-2EB4F9813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02" y="2091009"/>
                <a:ext cx="516616" cy="276999"/>
              </a:xfrm>
              <a:prstGeom prst="rect">
                <a:avLst/>
              </a:prstGeom>
              <a:blipFill>
                <a:blip r:embed="rId3"/>
                <a:stretch>
                  <a:fillRect l="-11765"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EA422680-FB17-E558-9122-DAA3AB842BD9}"/>
                  </a:ext>
                </a:extLst>
              </p:cNvPr>
              <p:cNvSpPr txBox="1"/>
              <p:nvPr/>
            </p:nvSpPr>
            <p:spPr>
              <a:xfrm>
                <a:off x="3814794" y="2146190"/>
                <a:ext cx="485261" cy="2900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EA422680-FB17-E558-9122-DAA3AB842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794" y="2146190"/>
                <a:ext cx="485261" cy="290079"/>
              </a:xfrm>
              <a:prstGeom prst="rect">
                <a:avLst/>
              </a:prstGeom>
              <a:blipFill>
                <a:blip r:embed="rId4"/>
                <a:stretch>
                  <a:fillRect l="-12658" r="-2532" b="-1875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E0AB944-742D-8C38-D7E1-863F03685D2C}"/>
                  </a:ext>
                </a:extLst>
              </p:cNvPr>
              <p:cNvSpPr txBox="1"/>
              <p:nvPr/>
            </p:nvSpPr>
            <p:spPr>
              <a:xfrm>
                <a:off x="24910" y="1015310"/>
                <a:ext cx="1074461" cy="285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E0AB944-742D-8C38-D7E1-863F03685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0" y="1015310"/>
                <a:ext cx="1074461" cy="285912"/>
              </a:xfrm>
              <a:prstGeom prst="rect">
                <a:avLst/>
              </a:prstGeom>
              <a:blipFill>
                <a:blip r:embed="rId5"/>
                <a:stretch>
                  <a:fillRect l="-5114" r="-5682" b="-130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49328B0-1558-3C0D-7558-C7004EDC4097}"/>
                  </a:ext>
                </a:extLst>
              </p:cNvPr>
              <p:cNvSpPr txBox="1"/>
              <p:nvPr/>
            </p:nvSpPr>
            <p:spPr>
              <a:xfrm>
                <a:off x="2114026" y="972113"/>
                <a:ext cx="914866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49328B0-1558-3C0D-7558-C7004EDC4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026" y="972113"/>
                <a:ext cx="914866" cy="303288"/>
              </a:xfrm>
              <a:prstGeom prst="rect">
                <a:avLst/>
              </a:prstGeom>
              <a:blipFill>
                <a:blip r:embed="rId6"/>
                <a:stretch>
                  <a:fillRect l="-6667" r="-6667" b="-18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9BA5A8B-3550-44BC-8F6B-BB6BE69BF5F8}"/>
                  </a:ext>
                </a:extLst>
              </p:cNvPr>
              <p:cNvSpPr txBox="1"/>
              <p:nvPr/>
            </p:nvSpPr>
            <p:spPr>
              <a:xfrm>
                <a:off x="3814789" y="831421"/>
                <a:ext cx="914866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9BA5A8B-3550-44BC-8F6B-BB6BE69BF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789" y="831421"/>
                <a:ext cx="914866" cy="303288"/>
              </a:xfrm>
              <a:prstGeom prst="rect">
                <a:avLst/>
              </a:prstGeom>
              <a:blipFill>
                <a:blip r:embed="rId7"/>
                <a:stretch>
                  <a:fillRect l="-6667" r="-6667" b="-18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28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20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4</cp:revision>
  <dcterms:created xsi:type="dcterms:W3CDTF">2025-05-26T01:29:32Z</dcterms:created>
  <dcterms:modified xsi:type="dcterms:W3CDTF">2025-06-05T08:16:38Z</dcterms:modified>
</cp:coreProperties>
</file>