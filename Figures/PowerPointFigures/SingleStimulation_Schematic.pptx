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6" r:id="rId3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83024-9FE8-6346-865C-EF2FFC7244D1}" v="3" dt="2025-01-31T22:42:5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>
        <p:scale>
          <a:sx n="75" d="100"/>
          <a:sy n="75" d="100"/>
        </p:scale>
        <p:origin x="3012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A583024-9FE8-6346-865C-EF2FFC7244D1}"/>
    <pc:docChg chg="undo custSel modSld">
      <pc:chgData name="Arshia Razavi" userId="904038e0-47ff-4f77-ac26-7244a83cfac5" providerId="ADAL" clId="{1A583024-9FE8-6346-865C-EF2FFC7244D1}" dt="2025-01-31T22:43:53.248" v="46" actId="1076"/>
      <pc:docMkLst>
        <pc:docMk/>
      </pc:docMkLst>
      <pc:sldChg chg="addSp delSp modSp mod">
        <pc:chgData name="Arshia Razavi" userId="904038e0-47ff-4f77-ac26-7244a83cfac5" providerId="ADAL" clId="{1A583024-9FE8-6346-865C-EF2FFC7244D1}" dt="2025-01-31T22:43:53.248" v="46" actId="1076"/>
        <pc:sldMkLst>
          <pc:docMk/>
          <pc:sldMk cId="3297373064" sldId="256"/>
        </pc:sldMkLst>
        <pc:spChg chg="add mod">
          <ac:chgData name="Arshia Razavi" userId="904038e0-47ff-4f77-ac26-7244a83cfac5" providerId="ADAL" clId="{1A583024-9FE8-6346-865C-EF2FFC7244D1}" dt="2025-01-31T22:42:49.357" v="8" actId="1076"/>
          <ac:spMkLst>
            <pc:docMk/>
            <pc:sldMk cId="3297373064" sldId="256"/>
            <ac:spMk id="2" creationId="{404C5B86-4BF7-A69F-00C9-3033BC4FAA96}"/>
          </ac:spMkLst>
        </pc:spChg>
        <pc:spChg chg="add mod">
          <ac:chgData name="Arshia Razavi" userId="904038e0-47ff-4f77-ac26-7244a83cfac5" providerId="ADAL" clId="{1A583024-9FE8-6346-865C-EF2FFC7244D1}" dt="2025-01-31T22:42:51.433" v="10" actId="1076"/>
          <ac:spMkLst>
            <pc:docMk/>
            <pc:sldMk cId="3297373064" sldId="256"/>
            <ac:spMk id="3" creationId="{CFF698CD-BFA1-1BFC-92C2-D9887FE53A51}"/>
          </ac:spMkLst>
        </pc:spChg>
        <pc:spChg chg="add mod">
          <ac:chgData name="Arshia Razavi" userId="904038e0-47ff-4f77-ac26-7244a83cfac5" providerId="ADAL" clId="{1A583024-9FE8-6346-865C-EF2FFC7244D1}" dt="2025-01-31T22:42:53.540" v="12" actId="1076"/>
          <ac:spMkLst>
            <pc:docMk/>
            <pc:sldMk cId="3297373064" sldId="256"/>
            <ac:spMk id="4" creationId="{41E0344C-4709-1D20-2A75-3C7E26B9B1F4}"/>
          </ac:spMkLst>
        </pc:spChg>
        <pc:spChg chg="mod">
          <ac:chgData name="Arshia Razavi" userId="904038e0-47ff-4f77-ac26-7244a83cfac5" providerId="ADAL" clId="{1A583024-9FE8-6346-865C-EF2FFC7244D1}" dt="2025-01-31T22:42:57.290" v="13" actId="1076"/>
          <ac:spMkLst>
            <pc:docMk/>
            <pc:sldMk cId="3297373064" sldId="256"/>
            <ac:spMk id="58" creationId="{6C026F96-27B2-DCCB-F6D1-32F72E06BE4F}"/>
          </ac:spMkLst>
        </pc:spChg>
        <pc:spChg chg="mod">
          <ac:chgData name="Arshia Razavi" userId="904038e0-47ff-4f77-ac26-7244a83cfac5" providerId="ADAL" clId="{1A583024-9FE8-6346-865C-EF2FFC7244D1}" dt="2025-01-31T22:43:09.059" v="19" actId="1076"/>
          <ac:spMkLst>
            <pc:docMk/>
            <pc:sldMk cId="3297373064" sldId="256"/>
            <ac:spMk id="60" creationId="{2261CE04-5DF4-FF89-3260-40F461541F72}"/>
          </ac:spMkLst>
        </pc:spChg>
        <pc:spChg chg="add del mod">
          <ac:chgData name="Arshia Razavi" userId="904038e0-47ff-4f77-ac26-7244a83cfac5" providerId="ADAL" clId="{1A583024-9FE8-6346-865C-EF2FFC7244D1}" dt="2025-01-31T22:43:53.248" v="46" actId="1076"/>
          <ac:spMkLst>
            <pc:docMk/>
            <pc:sldMk cId="3297373064" sldId="256"/>
            <ac:spMk id="61" creationId="{2214D774-C040-5201-C1A4-818171D3A5D7}"/>
          </ac:spMkLst>
        </pc:spChg>
        <pc:spChg chg="mod">
          <ac:chgData name="Arshia Razavi" userId="904038e0-47ff-4f77-ac26-7244a83cfac5" providerId="ADAL" clId="{1A583024-9FE8-6346-865C-EF2FFC7244D1}" dt="2025-01-31T22:43:15.011" v="21" actId="1076"/>
          <ac:spMkLst>
            <pc:docMk/>
            <pc:sldMk cId="3297373064" sldId="256"/>
            <ac:spMk id="65" creationId="{85F35BE7-2201-FFB1-A5CE-2DCA9D5005B6}"/>
          </ac:spMkLst>
        </pc:spChg>
        <pc:spChg chg="mod">
          <ac:chgData name="Arshia Razavi" userId="904038e0-47ff-4f77-ac26-7244a83cfac5" providerId="ADAL" clId="{1A583024-9FE8-6346-865C-EF2FFC7244D1}" dt="2025-01-31T22:43:19.531" v="22" actId="1076"/>
          <ac:spMkLst>
            <pc:docMk/>
            <pc:sldMk cId="3297373064" sldId="256"/>
            <ac:spMk id="67" creationId="{8F907989-26EF-8AB6-77C9-037A45913568}"/>
          </ac:spMkLst>
        </pc:spChg>
        <pc:spChg chg="del mod">
          <ac:chgData name="Arshia Razavi" userId="904038e0-47ff-4f77-ac26-7244a83cfac5" providerId="ADAL" clId="{1A583024-9FE8-6346-865C-EF2FFC7244D1}" dt="2025-01-31T22:42:34.398" v="1" actId="478"/>
          <ac:spMkLst>
            <pc:docMk/>
            <pc:sldMk cId="3297373064" sldId="256"/>
            <ac:spMk id="69" creationId="{D157F317-0720-7B83-98C8-4CD3813E0DCD}"/>
          </ac:spMkLst>
        </pc:spChg>
        <pc:spChg chg="del">
          <ac:chgData name="Arshia Razavi" userId="904038e0-47ff-4f77-ac26-7244a83cfac5" providerId="ADAL" clId="{1A583024-9FE8-6346-865C-EF2FFC7244D1}" dt="2025-01-31T22:42:39.399" v="5" actId="478"/>
          <ac:spMkLst>
            <pc:docMk/>
            <pc:sldMk cId="3297373064" sldId="256"/>
            <ac:spMk id="70" creationId="{DB2B677E-8057-BBF1-54BA-0EDD6093E07F}"/>
          </ac:spMkLst>
        </pc:sp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66" creationId="{A862AE64-B0E7-BEAC-3C28-A6BCEF1D6FF5}"/>
          </ac:cxnSpMkLst>
        </pc:cxnChg>
        <pc:cxnChg chg="del mod">
          <ac:chgData name="Arshia Razavi" userId="904038e0-47ff-4f77-ac26-7244a83cfac5" providerId="ADAL" clId="{1A583024-9FE8-6346-865C-EF2FFC7244D1}" dt="2025-01-31T22:42:36.096" v="3" actId="478"/>
          <ac:cxnSpMkLst>
            <pc:docMk/>
            <pc:sldMk cId="3297373064" sldId="256"/>
            <ac:cxnSpMk id="68" creationId="{C56C264D-ED9D-0BF1-8E5B-8932E7FEF881}"/>
          </ac:cxnSpMkLst>
        </pc:cxn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72" creationId="{25A8CF5B-E243-53C4-63EA-8D671608B339}"/>
          </ac:cxnSpMkLst>
        </pc:cxn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73" creationId="{47129D9D-1DA1-F60A-6CFF-56D046ABD87B}"/>
          </ac:cxnSpMkLst>
        </pc:cxnChg>
        <pc:cxnChg chg="del mod">
          <ac:chgData name="Arshia Razavi" userId="904038e0-47ff-4f77-ac26-7244a83cfac5" providerId="ADAL" clId="{1A583024-9FE8-6346-865C-EF2FFC7244D1}" dt="2025-01-31T22:42:36.841" v="4" actId="478"/>
          <ac:cxnSpMkLst>
            <pc:docMk/>
            <pc:sldMk cId="3297373064" sldId="256"/>
            <ac:cxnSpMk id="76" creationId="{BC880117-34A2-F820-CE59-582055BDA2C7}"/>
          </ac:cxnSpMkLst>
        </pc:cxnChg>
        <pc:cxnChg chg="del mod">
          <ac:chgData name="Arshia Razavi" userId="904038e0-47ff-4f77-ac26-7244a83cfac5" providerId="ADAL" clId="{1A583024-9FE8-6346-865C-EF2FFC7244D1}" dt="2025-01-31T22:42:35.102" v="2" actId="478"/>
          <ac:cxnSpMkLst>
            <pc:docMk/>
            <pc:sldMk cId="3297373064" sldId="256"/>
            <ac:cxnSpMk id="77" creationId="{F225BBFB-1A84-DA73-E4B4-9671C9C1302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123C-A91F-1802-8DAE-C2FD2B40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149ED558-68F8-E7A2-1DE1-2BA632B627CF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A628AA-B2BA-1F3F-8212-54C009B16E61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6C8628-1B09-9193-41F2-25213F1EF31C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CC3FD65-78C0-763B-9D58-95BB149C4D85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DAC7C50-980A-0030-BADD-DEF7FD6C67D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867ECC1-6E17-F711-BD45-CAC064F72B9D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6666773-4B9D-1308-408E-DC0414A68D08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2C99C0E-91A4-FDD6-1138-72CD6DE42205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7EFC4FF-49FE-0ACA-C0B6-7CF71DF0376B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6A4D126-C415-8A55-CF24-61CAD5497519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2634A9-BBD7-D63A-DBD6-4B53DB51418E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DCE5360-1D09-E036-48C7-C07F096E597A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480C723-7F64-5CB4-638C-2372C0C431B8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6C592D4-2729-50A4-2CB1-4C135141616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4AE2FD-DC07-6302-5BEE-95A0C4AB16A2}"/>
              </a:ext>
            </a:extLst>
          </p:cNvPr>
          <p:cNvSpPr txBox="1"/>
          <p:nvPr/>
        </p:nvSpPr>
        <p:spPr>
          <a:xfrm>
            <a:off x="4872199" y="484912"/>
            <a:ext cx="3060453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F699B2-8575-9EFF-A9BB-73124E98E223}"/>
              </a:ext>
            </a:extLst>
          </p:cNvPr>
          <p:cNvSpPr txBox="1"/>
          <p:nvPr/>
        </p:nvSpPr>
        <p:spPr>
          <a:xfrm>
            <a:off x="11267288" y="3019821"/>
            <a:ext cx="2685351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442A7FDC-D83D-274E-5172-2D4F8D5358B2}"/>
              </a:ext>
            </a:extLst>
          </p:cNvPr>
          <p:cNvSpPr/>
          <p:nvPr/>
        </p:nvSpPr>
        <p:spPr>
          <a:xfrm rot="759493">
            <a:off x="1021997" y="3419324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7F84A920-20D5-930E-60D3-03D87B316DC2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F9DEE03F-7698-E440-E0C1-4E6DFBBF7623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DA49C2F-B1BE-FB8D-BB43-B7BA4E135281}"/>
                  </a:ext>
                </a:extLst>
              </p:cNvPr>
              <p:cNvSpPr txBox="1"/>
              <p:nvPr/>
            </p:nvSpPr>
            <p:spPr>
              <a:xfrm>
                <a:off x="9392975" y="10977606"/>
                <a:ext cx="115345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𝑒𝑖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DA49C2F-B1BE-FB8D-BB43-B7BA4E135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975" y="10977606"/>
                <a:ext cx="1153456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9A347DE-F1E7-ADC9-A651-4B0308AD8DA1}"/>
                  </a:ext>
                </a:extLst>
              </p:cNvPr>
              <p:cNvSpPr txBox="1"/>
              <p:nvPr/>
            </p:nvSpPr>
            <p:spPr>
              <a:xfrm>
                <a:off x="12682637" y="12602532"/>
                <a:ext cx="11517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𝑖𝑒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9A347DE-F1E7-ADC9-A651-4B0308AD8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637" y="12602532"/>
                <a:ext cx="1151726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A66543-B43F-670A-6B44-428762ABB83E}"/>
                  </a:ext>
                </a:extLst>
              </p:cNvPr>
              <p:cNvSpPr txBox="1"/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𝑒𝑒</m:t>
                          </m:r>
                        </m:sub>
                      </m:sSub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A66543-B43F-670A-6B44-428762ABB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E9432BCF-9B58-BB59-E8CB-2DB7EAE3DEBC}"/>
              </a:ext>
            </a:extLst>
          </p:cNvPr>
          <p:cNvSpPr txBox="1"/>
          <p:nvPr/>
        </p:nvSpPr>
        <p:spPr>
          <a:xfrm>
            <a:off x="206005" y="11189079"/>
            <a:ext cx="323197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Stimulation</a:t>
            </a:r>
          </a:p>
          <a:p>
            <a:pPr algn="ctr"/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50 neurons</a:t>
            </a:r>
            <a:endParaRPr lang="en-CA" sz="2800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5083B264-5DE3-EA8D-3B49-153DAF6F94E9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7620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6C03480-8024-671E-076A-D6EE666C127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E0BC926-D794-66B0-CEAC-2D1921EBD0AF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7F5ED0C-C311-DB0F-3109-2E8FC8A6BA72}"/>
              </a:ext>
            </a:extLst>
          </p:cNvPr>
          <p:cNvSpPr/>
          <p:nvPr/>
        </p:nvSpPr>
        <p:spPr>
          <a:xfrm>
            <a:off x="6603198" y="85337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0A3C82-ABD5-0C0D-5157-E633FE36F568}"/>
              </a:ext>
            </a:extLst>
          </p:cNvPr>
          <p:cNvSpPr/>
          <p:nvPr/>
        </p:nvSpPr>
        <p:spPr>
          <a:xfrm>
            <a:off x="6389563" y="486191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4336F6-BF9B-ACED-5778-A31FBA18D01F}"/>
              </a:ext>
            </a:extLst>
          </p:cNvPr>
          <p:cNvSpPr/>
          <p:nvPr/>
        </p:nvSpPr>
        <p:spPr>
          <a:xfrm>
            <a:off x="6558098" y="1099566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955E-5002-2562-823B-6C811E801F2D}"/>
                  </a:ext>
                </a:extLst>
              </p:cNvPr>
              <p:cNvSpPr txBox="1"/>
              <p:nvPr/>
            </p:nvSpPr>
            <p:spPr>
              <a:xfrm>
                <a:off x="3767920" y="7159294"/>
                <a:ext cx="104951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Ω</m:t>
                      </m:r>
                    </m:oMath>
                  </m:oMathPara>
                </a14:m>
                <a:endParaRPr lang="en-CA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955E-5002-2562-823B-6C811E801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20" y="7159294"/>
                <a:ext cx="1049510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11FCDCA2-8C73-59E9-CC3D-C18849B5447F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EC827C-D0E0-38BC-AE45-B3ED11908B44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7DB93E-56DA-75DC-02DF-670BED388B41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21FB37-00F2-D946-0BA3-FC3F10A789A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437979" y="8713247"/>
            <a:ext cx="419449" cy="34761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6E3BBF-6F22-AC1E-23BF-0A264CE09632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3437979" y="10187914"/>
            <a:ext cx="1917858" cy="20014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C5223A-DC8A-F19D-6360-9B03E9710C6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3437979" y="9352934"/>
            <a:ext cx="1343662" cy="28364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14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873C6E22-E481-97FD-DFCA-FF5F0ABA1752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9CF00A-1509-DC32-3918-BAFF955FDCB9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CE8BE6-E217-C518-AE6C-C26CB95AB451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BD6382D-EC98-A79D-EC50-F17B5C789612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D00794-9C34-7535-5394-5BDF6DF79D76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B301936-4993-44B5-B07C-C8FEB8F72549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B8C082-9701-AD60-84DE-7C99B0D0FDA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F343CB8-2616-8EAC-0D81-FA32216AD76D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872C89-D227-1369-192C-2B7A3593D065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DE99BA-78A9-3CA5-D13F-AE3700CE96F1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040C0B-BF08-3556-AD47-AC897C6664B2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CBD5A8-B464-162C-A942-B9E9FE800583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35CB1C7-E14A-A77F-0180-85655CBF2B9D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5198FC-E57D-A2B7-8FAE-91ABF5794A9F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0D6AE5-77F6-C34C-8301-146418771AC4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09348E-B54B-A1B5-E91F-A0B18863989F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7A070F5-AE45-098D-58C9-8BE9FA0C3FF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26F96-27B2-DCCB-F6D1-32F72E06BE4F}"/>
              </a:ext>
            </a:extLst>
          </p:cNvPr>
          <p:cNvSpPr txBox="1"/>
          <p:nvPr/>
        </p:nvSpPr>
        <p:spPr>
          <a:xfrm>
            <a:off x="4734340" y="484912"/>
            <a:ext cx="3336170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E3D56D-BAAA-E8B2-ABB2-E4203FEE99D5}"/>
              </a:ext>
            </a:extLst>
          </p:cNvPr>
          <p:cNvSpPr txBox="1"/>
          <p:nvPr/>
        </p:nvSpPr>
        <p:spPr>
          <a:xfrm>
            <a:off x="11113400" y="3019821"/>
            <a:ext cx="2993127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2261CE04-5DF4-FF89-3260-40F461541F72}"/>
              </a:ext>
            </a:extLst>
          </p:cNvPr>
          <p:cNvSpPr/>
          <p:nvPr/>
        </p:nvSpPr>
        <p:spPr>
          <a:xfrm rot="759493">
            <a:off x="1021997" y="3419324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2214D774-C040-5201-C1A4-818171D3A5D7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64985BF9-5367-09B4-550F-2E085AF80EB4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/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𝒆𝒊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blipFill>
                <a:blip r:embed="rId2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/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𝒊𝒆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blipFill>
                <a:blip r:embed="rId3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/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𝒆𝒆</m:t>
                          </m:r>
                        </m:sub>
                      </m:sSub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 l="-5521" r="-1227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862AE64-B0E7-BEAC-3C28-A6BCEF1D6FF5}"/>
              </a:ext>
            </a:extLst>
          </p:cNvPr>
          <p:cNvCxnSpPr>
            <a:cxnSpLocks/>
            <a:stCxn id="67" idx="3"/>
            <a:endCxn id="45" idx="3"/>
          </p:cNvCxnSpPr>
          <p:nvPr/>
        </p:nvCxnSpPr>
        <p:spPr>
          <a:xfrm flipV="1">
            <a:off x="3677629" y="8713247"/>
            <a:ext cx="179799" cy="32606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F907989-26EF-8AB6-77C9-037A45913568}"/>
              </a:ext>
            </a:extLst>
          </p:cNvPr>
          <p:cNvSpPr txBox="1"/>
          <p:nvPr/>
        </p:nvSpPr>
        <p:spPr>
          <a:xfrm>
            <a:off x="-33643" y="11189079"/>
            <a:ext cx="37112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</a:t>
            </a:r>
            <a:endParaRPr lang="en-CA" sz="2801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AADC614E-F3FD-C640-4948-C5878AC6287D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5A8CF5B-E243-53C4-63EA-8D671608B339}"/>
              </a:ext>
            </a:extLst>
          </p:cNvPr>
          <p:cNvCxnSpPr>
            <a:cxnSpLocks/>
            <a:stCxn id="67" idx="3"/>
            <a:endCxn id="48" idx="3"/>
          </p:cNvCxnSpPr>
          <p:nvPr/>
        </p:nvCxnSpPr>
        <p:spPr>
          <a:xfrm flipV="1">
            <a:off x="3677629" y="10187914"/>
            <a:ext cx="1678208" cy="17859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7129D9D-1DA1-F60A-6CFF-56D046ABD87B}"/>
              </a:ext>
            </a:extLst>
          </p:cNvPr>
          <p:cNvCxnSpPr>
            <a:cxnSpLocks/>
            <a:stCxn id="67" idx="3"/>
            <a:endCxn id="44" idx="3"/>
          </p:cNvCxnSpPr>
          <p:nvPr/>
        </p:nvCxnSpPr>
        <p:spPr>
          <a:xfrm flipV="1">
            <a:off x="3677629" y="9352934"/>
            <a:ext cx="1104012" cy="2620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0E82D43-A37B-5406-ECC7-555FE04EDCD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C2086CA-DB12-348B-483F-DD7657C306C9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4C5B86-4BF7-A69F-00C9-3033BC4FAA96}"/>
              </a:ext>
            </a:extLst>
          </p:cNvPr>
          <p:cNvSpPr/>
          <p:nvPr/>
        </p:nvSpPr>
        <p:spPr>
          <a:xfrm>
            <a:off x="6603198" y="853375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F698CD-BFA1-1BFC-92C2-D9887FE53A51}"/>
              </a:ext>
            </a:extLst>
          </p:cNvPr>
          <p:cNvSpPr/>
          <p:nvPr/>
        </p:nvSpPr>
        <p:spPr>
          <a:xfrm>
            <a:off x="6389563" y="486191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E0344C-4709-1D20-2A75-3C7E26B9B1F4}"/>
              </a:ext>
            </a:extLst>
          </p:cNvPr>
          <p:cNvSpPr/>
          <p:nvPr/>
        </p:nvSpPr>
        <p:spPr>
          <a:xfrm>
            <a:off x="6558098" y="1099566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</p:spTree>
    <p:extLst>
      <p:ext uri="{BB962C8B-B14F-4D97-AF65-F5344CB8AC3E}">
        <p14:creationId xmlns:p14="http://schemas.microsoft.com/office/powerpoint/2010/main" val="329737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35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7</cp:revision>
  <dcterms:created xsi:type="dcterms:W3CDTF">2025-01-28T21:57:31Z</dcterms:created>
  <dcterms:modified xsi:type="dcterms:W3CDTF">2025-06-05T07:58:20Z</dcterms:modified>
</cp:coreProperties>
</file>