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4400213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48"/>
  </p:normalViewPr>
  <p:slideViewPr>
    <p:cSldViewPr snapToGrid="0">
      <p:cViewPr varScale="1">
        <p:scale>
          <a:sx n="71" d="100"/>
          <a:sy n="71" d="100"/>
        </p:scale>
        <p:origin x="320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0016" y="2356703"/>
            <a:ext cx="12240181" cy="5013407"/>
          </a:xfrm>
        </p:spPr>
        <p:txBody>
          <a:bodyPr anchor="b"/>
          <a:lstStyle>
            <a:lvl1pPr algn="ctr">
              <a:defRPr sz="9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7563446"/>
            <a:ext cx="10800160" cy="3476717"/>
          </a:xfrm>
        </p:spPr>
        <p:txBody>
          <a:bodyPr/>
          <a:lstStyle>
            <a:lvl1pPr marL="0" indent="0" algn="ctr">
              <a:buNone/>
              <a:defRPr sz="3780"/>
            </a:lvl1pPr>
            <a:lvl2pPr marL="719999" indent="0" algn="ctr">
              <a:buNone/>
              <a:defRPr sz="3150"/>
            </a:lvl2pPr>
            <a:lvl3pPr marL="1439997" indent="0" algn="ctr">
              <a:buNone/>
              <a:defRPr sz="2835"/>
            </a:lvl3pPr>
            <a:lvl4pPr marL="2159996" indent="0" algn="ctr">
              <a:buNone/>
              <a:defRPr sz="2520"/>
            </a:lvl4pPr>
            <a:lvl5pPr marL="2879994" indent="0" algn="ctr">
              <a:buNone/>
              <a:defRPr sz="2520"/>
            </a:lvl5pPr>
            <a:lvl6pPr marL="3599993" indent="0" algn="ctr">
              <a:buNone/>
              <a:defRPr sz="2520"/>
            </a:lvl6pPr>
            <a:lvl7pPr marL="4319991" indent="0" algn="ctr">
              <a:buNone/>
              <a:defRPr sz="2520"/>
            </a:lvl7pPr>
            <a:lvl8pPr marL="5039990" indent="0" algn="ctr">
              <a:buNone/>
              <a:defRPr sz="2520"/>
            </a:lvl8pPr>
            <a:lvl9pPr marL="5759988" indent="0" algn="ctr">
              <a:buNone/>
              <a:defRPr sz="25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5136-E8C9-0546-A038-E0F5549C2278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13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5136-E8C9-0546-A038-E0F5549C2278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286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5" y="3590057"/>
            <a:ext cx="12420184" cy="5990088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5" y="9636813"/>
            <a:ext cx="12420184" cy="3150046"/>
          </a:xfrm>
        </p:spPr>
        <p:txBody>
          <a:bodyPr/>
          <a:lstStyle>
            <a:lvl1pPr marL="0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1pPr>
            <a:lvl2pPr marL="719999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2pPr>
            <a:lvl3pPr marL="1439997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3pPr>
            <a:lvl4pPr marL="2159996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4pPr>
            <a:lvl5pPr marL="2879994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5pPr>
            <a:lvl6pPr marL="3599993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6pPr>
            <a:lvl7pPr marL="4319991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7pPr>
            <a:lvl8pPr marL="503999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8pPr>
            <a:lvl9pPr marL="5759988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5136-E8C9-0546-A038-E0F5549C2278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870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3833390"/>
            <a:ext cx="6120091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3833390"/>
            <a:ext cx="6120091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5136-E8C9-0546-A038-E0F5549C2278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539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766681"/>
            <a:ext cx="12420184" cy="27833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2" y="3530053"/>
            <a:ext cx="6091964" cy="1730025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2" y="5260078"/>
            <a:ext cx="6091964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9" y="3530053"/>
            <a:ext cx="6121966" cy="1730025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9" y="5260078"/>
            <a:ext cx="6121966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5136-E8C9-0546-A038-E0F5549C2278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934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5136-E8C9-0546-A038-E0F5549C2278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328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5136-E8C9-0546-A038-E0F5549C2278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088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960014"/>
            <a:ext cx="4644444" cy="3360050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2073367"/>
            <a:ext cx="7290108" cy="10233485"/>
          </a:xfrm>
        </p:spPr>
        <p:txBody>
          <a:bodyPr/>
          <a:lstStyle>
            <a:lvl1pPr>
              <a:defRPr sz="5039"/>
            </a:lvl1pPr>
            <a:lvl2pPr>
              <a:defRPr sz="4409"/>
            </a:lvl2pPr>
            <a:lvl3pPr>
              <a:defRPr sz="3780"/>
            </a:lvl3pPr>
            <a:lvl4pPr>
              <a:defRPr sz="3150"/>
            </a:lvl4pPr>
            <a:lvl5pPr>
              <a:defRPr sz="3150"/>
            </a:lvl5pPr>
            <a:lvl6pPr>
              <a:defRPr sz="3150"/>
            </a:lvl6pPr>
            <a:lvl7pPr>
              <a:defRPr sz="3150"/>
            </a:lvl7pPr>
            <a:lvl8pPr>
              <a:defRPr sz="3150"/>
            </a:lvl8pPr>
            <a:lvl9pPr>
              <a:defRPr sz="31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4320064"/>
            <a:ext cx="4644444" cy="8003453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5136-E8C9-0546-A038-E0F5549C2278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694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960014"/>
            <a:ext cx="4644444" cy="3360050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2073367"/>
            <a:ext cx="7290108" cy="10233485"/>
          </a:xfrm>
        </p:spPr>
        <p:txBody>
          <a:bodyPr anchor="t"/>
          <a:lstStyle>
            <a:lvl1pPr marL="0" indent="0">
              <a:buNone/>
              <a:defRPr sz="5039"/>
            </a:lvl1pPr>
            <a:lvl2pPr marL="719999" indent="0">
              <a:buNone/>
              <a:defRPr sz="4409"/>
            </a:lvl2pPr>
            <a:lvl3pPr marL="1439997" indent="0">
              <a:buNone/>
              <a:defRPr sz="3780"/>
            </a:lvl3pPr>
            <a:lvl4pPr marL="2159996" indent="0">
              <a:buNone/>
              <a:defRPr sz="3150"/>
            </a:lvl4pPr>
            <a:lvl5pPr marL="2879994" indent="0">
              <a:buNone/>
              <a:defRPr sz="3150"/>
            </a:lvl5pPr>
            <a:lvl6pPr marL="3599993" indent="0">
              <a:buNone/>
              <a:defRPr sz="3150"/>
            </a:lvl6pPr>
            <a:lvl7pPr marL="4319991" indent="0">
              <a:buNone/>
              <a:defRPr sz="3150"/>
            </a:lvl7pPr>
            <a:lvl8pPr marL="5039990" indent="0">
              <a:buNone/>
              <a:defRPr sz="3150"/>
            </a:lvl8pPr>
            <a:lvl9pPr marL="5759988" indent="0">
              <a:buNone/>
              <a:defRPr sz="31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4320064"/>
            <a:ext cx="4644444" cy="8003453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5136-E8C9-0546-A038-E0F5549C2278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963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5136-E8C9-0546-A038-E0F5549C2278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989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3" y="766678"/>
            <a:ext cx="3105046" cy="122035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766678"/>
            <a:ext cx="9135135" cy="122035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5136-E8C9-0546-A038-E0F5549C2278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494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766681"/>
            <a:ext cx="12420184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3833390"/>
            <a:ext cx="12420184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13346867"/>
            <a:ext cx="3240048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965136-E8C9-0546-A038-E0F5549C2278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13346867"/>
            <a:ext cx="4860072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13346867"/>
            <a:ext cx="3240048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543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439997" rtl="0" eaLnBrk="1" latinLnBrk="0" hangingPunct="1">
        <a:lnSpc>
          <a:spcPct val="90000"/>
        </a:lnSpc>
        <a:spcBef>
          <a:spcPct val="0"/>
        </a:spcBef>
        <a:buNone/>
        <a:defRPr sz="69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999" indent="-359999" algn="l" defTabSz="1439997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799996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3pPr>
      <a:lvl4pPr marL="2519995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3239994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959992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679991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399989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611998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19999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39997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59996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79994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599993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19991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3999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59988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73C6E22-E481-97FD-DFCA-FF5F0ABA1752}"/>
              </a:ext>
            </a:extLst>
          </p:cNvPr>
          <p:cNvSpPr/>
          <p:nvPr/>
        </p:nvSpPr>
        <p:spPr>
          <a:xfrm>
            <a:off x="2030301" y="437004"/>
            <a:ext cx="10339610" cy="1050402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99CF00A-1509-DC32-3918-BAFF955FDCB9}"/>
              </a:ext>
            </a:extLst>
          </p:cNvPr>
          <p:cNvSpPr/>
          <p:nvPr/>
        </p:nvSpPr>
        <p:spPr>
          <a:xfrm>
            <a:off x="7736328" y="1609069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B301936-4993-44B5-B07C-C8FEB8F72549}"/>
              </a:ext>
            </a:extLst>
          </p:cNvPr>
          <p:cNvSpPr/>
          <p:nvPr/>
        </p:nvSpPr>
        <p:spPr>
          <a:xfrm>
            <a:off x="5979603" y="2765707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F343CB8-2616-8EAC-0D81-FA32216AD76D}"/>
              </a:ext>
            </a:extLst>
          </p:cNvPr>
          <p:cNvSpPr/>
          <p:nvPr/>
        </p:nvSpPr>
        <p:spPr>
          <a:xfrm>
            <a:off x="6391074" y="8312392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E872C89-D227-1369-192C-2B7A3593D065}"/>
              </a:ext>
            </a:extLst>
          </p:cNvPr>
          <p:cNvSpPr/>
          <p:nvPr/>
        </p:nvSpPr>
        <p:spPr>
          <a:xfrm>
            <a:off x="8977840" y="8305017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8DE99BA-78A9-3CA5-D13F-AE3700CE96F1}"/>
              </a:ext>
            </a:extLst>
          </p:cNvPr>
          <p:cNvSpPr/>
          <p:nvPr/>
        </p:nvSpPr>
        <p:spPr>
          <a:xfrm>
            <a:off x="9052561" y="6184071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C040C0B-BF08-3556-AD47-AC897C6664B2}"/>
              </a:ext>
            </a:extLst>
          </p:cNvPr>
          <p:cNvSpPr/>
          <p:nvPr/>
        </p:nvSpPr>
        <p:spPr>
          <a:xfrm>
            <a:off x="9116274" y="2992078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F907989-26EF-8AB6-77C9-037A45913568}"/>
                  </a:ext>
                </a:extLst>
              </p:cNvPr>
              <p:cNvSpPr txBox="1"/>
              <p:nvPr/>
            </p:nvSpPr>
            <p:spPr>
              <a:xfrm>
                <a:off x="4252764" y="11250740"/>
                <a:ext cx="7198253" cy="12485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200" dirty="0"/>
                  <a:t> </a:t>
                </a:r>
                <a:r>
                  <a:rPr lang="en-CA" sz="3200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Originally activated neurons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320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Ω</m:t>
                    </m:r>
                  </m:oMath>
                </a14:m>
                <a:r>
                  <a:rPr lang="en-CA" sz="3200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(Memory)</a:t>
                </a:r>
              </a:p>
              <a:p>
                <a:pPr>
                  <a:lnSpc>
                    <a:spcPct val="150000"/>
                  </a:lnSpc>
                </a:pPr>
                <a:r>
                  <a:rPr lang="en-CA" sz="3200" dirty="0"/>
                  <a:t> </a:t>
                </a:r>
                <a:r>
                  <a:rPr lang="en-US" sz="3200" dirty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Reactivated neurons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320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  <m:sub>
                        <m:r>
                          <a:rPr lang="en-US" sz="320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n-US" sz="3200" dirty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(Retrievall Cue)</a:t>
                </a: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F907989-26EF-8AB6-77C9-037A459135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2764" y="11250740"/>
                <a:ext cx="7198253" cy="1248547"/>
              </a:xfrm>
              <a:prstGeom prst="rect">
                <a:avLst/>
              </a:prstGeom>
              <a:blipFill>
                <a:blip r:embed="rId2"/>
                <a:stretch>
                  <a:fillRect l="-1017" t="-7843" b="-1421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Oval 42">
            <a:extLst>
              <a:ext uri="{FF2B5EF4-FFF2-40B4-BE49-F238E27FC236}">
                <a16:creationId xmlns:a16="http://schemas.microsoft.com/office/drawing/2014/main" id="{7C2086CA-DB12-348B-483F-DD7657C306C9}"/>
              </a:ext>
            </a:extLst>
          </p:cNvPr>
          <p:cNvSpPr/>
          <p:nvPr/>
        </p:nvSpPr>
        <p:spPr>
          <a:xfrm>
            <a:off x="6772836" y="2324493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35A41833-D2B7-F604-7F63-57E8AFF8D577}"/>
              </a:ext>
            </a:extLst>
          </p:cNvPr>
          <p:cNvSpPr/>
          <p:nvPr/>
        </p:nvSpPr>
        <p:spPr>
          <a:xfrm>
            <a:off x="6244148" y="9408392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B1A720B6-3982-D636-5294-DE6EA98DECB2}"/>
              </a:ext>
            </a:extLst>
          </p:cNvPr>
          <p:cNvSpPr/>
          <p:nvPr/>
        </p:nvSpPr>
        <p:spPr>
          <a:xfrm>
            <a:off x="7461855" y="7330768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47D32BC6-19F2-F4C3-FC3B-CE77CA4B5383}"/>
              </a:ext>
            </a:extLst>
          </p:cNvPr>
          <p:cNvSpPr/>
          <p:nvPr/>
        </p:nvSpPr>
        <p:spPr>
          <a:xfrm>
            <a:off x="7572298" y="9157904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8505A4B4-C614-3842-D489-95AF4F5A3DB7}"/>
              </a:ext>
            </a:extLst>
          </p:cNvPr>
          <p:cNvSpPr/>
          <p:nvPr/>
        </p:nvSpPr>
        <p:spPr>
          <a:xfrm>
            <a:off x="9479831" y="5224030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22A02EA0-DA0D-18AF-FD32-59DFCE7671EC}"/>
              </a:ext>
            </a:extLst>
          </p:cNvPr>
          <p:cNvSpPr/>
          <p:nvPr/>
        </p:nvSpPr>
        <p:spPr>
          <a:xfrm>
            <a:off x="8965226" y="7283759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5778D2B4-02A5-312A-E386-526E91435863}"/>
              </a:ext>
            </a:extLst>
          </p:cNvPr>
          <p:cNvSpPr/>
          <p:nvPr/>
        </p:nvSpPr>
        <p:spPr>
          <a:xfrm>
            <a:off x="8672047" y="9404425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56A3E2A8-D7DD-03BE-3CBD-1C66EE1B97F6}"/>
              </a:ext>
            </a:extLst>
          </p:cNvPr>
          <p:cNvSpPr/>
          <p:nvPr/>
        </p:nvSpPr>
        <p:spPr>
          <a:xfrm>
            <a:off x="3566963" y="7283759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9A3D1D1C-67FC-E686-D826-4D6AAD629212}"/>
              </a:ext>
            </a:extLst>
          </p:cNvPr>
          <p:cNvSpPr/>
          <p:nvPr/>
        </p:nvSpPr>
        <p:spPr>
          <a:xfrm>
            <a:off x="3650737" y="5045866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22AA4987-B4DC-E219-5B52-1787CFC3A8DA}"/>
              </a:ext>
            </a:extLst>
          </p:cNvPr>
          <p:cNvSpPr/>
          <p:nvPr/>
        </p:nvSpPr>
        <p:spPr>
          <a:xfrm>
            <a:off x="3954588" y="3238600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C8DDD450-B107-1663-DCEE-326B5CAE79D8}"/>
              </a:ext>
            </a:extLst>
          </p:cNvPr>
          <p:cNvSpPr/>
          <p:nvPr/>
        </p:nvSpPr>
        <p:spPr>
          <a:xfrm>
            <a:off x="4823150" y="8686080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E9561738-F94D-6A1B-4EAF-E5FAE3C1BF38}"/>
              </a:ext>
            </a:extLst>
          </p:cNvPr>
          <p:cNvSpPr/>
          <p:nvPr/>
        </p:nvSpPr>
        <p:spPr>
          <a:xfrm>
            <a:off x="10534903" y="7422751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F33C2E52-1BCA-38BF-F6DB-99BD44C53BBE}"/>
              </a:ext>
            </a:extLst>
          </p:cNvPr>
          <p:cNvSpPr/>
          <p:nvPr/>
        </p:nvSpPr>
        <p:spPr>
          <a:xfrm>
            <a:off x="11061382" y="5442497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ED98F2A6-C710-9982-A697-21973877E9A5}"/>
              </a:ext>
            </a:extLst>
          </p:cNvPr>
          <p:cNvSpPr/>
          <p:nvPr/>
        </p:nvSpPr>
        <p:spPr>
          <a:xfrm>
            <a:off x="10770459" y="3588643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F02DDB69-7AF9-1EFF-C4FB-5241CEDAD884}"/>
              </a:ext>
            </a:extLst>
          </p:cNvPr>
          <p:cNvSpPr/>
          <p:nvPr/>
        </p:nvSpPr>
        <p:spPr>
          <a:xfrm>
            <a:off x="5067788" y="1801848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424E86AB-6AD8-1EA4-7B5E-7DFC65F103E1}"/>
              </a:ext>
            </a:extLst>
          </p:cNvPr>
          <p:cNvSpPr/>
          <p:nvPr/>
        </p:nvSpPr>
        <p:spPr>
          <a:xfrm>
            <a:off x="10008508" y="2272664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92BAF854-E6C4-AB8C-6804-E4175124E72F}"/>
              </a:ext>
            </a:extLst>
          </p:cNvPr>
          <p:cNvSpPr/>
          <p:nvPr/>
        </p:nvSpPr>
        <p:spPr>
          <a:xfrm>
            <a:off x="5957682" y="2765707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3243DC47-76A2-FD8B-C77C-7D723AE6A775}"/>
              </a:ext>
            </a:extLst>
          </p:cNvPr>
          <p:cNvSpPr/>
          <p:nvPr/>
        </p:nvSpPr>
        <p:spPr>
          <a:xfrm>
            <a:off x="6369153" y="8312392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C367BD2A-7AB2-07B5-B38F-28DC1A2A61B1}"/>
              </a:ext>
            </a:extLst>
          </p:cNvPr>
          <p:cNvSpPr/>
          <p:nvPr/>
        </p:nvSpPr>
        <p:spPr>
          <a:xfrm>
            <a:off x="8955919" y="8305017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2823FD93-C254-48EC-E89C-C3CDF037A286}"/>
              </a:ext>
            </a:extLst>
          </p:cNvPr>
          <p:cNvSpPr/>
          <p:nvPr/>
        </p:nvSpPr>
        <p:spPr>
          <a:xfrm>
            <a:off x="9030640" y="6184071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15DC2E48-1808-5DA7-D89B-838A5AFF453A}"/>
              </a:ext>
            </a:extLst>
          </p:cNvPr>
          <p:cNvSpPr/>
          <p:nvPr/>
        </p:nvSpPr>
        <p:spPr>
          <a:xfrm>
            <a:off x="6222227" y="9408392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15B0A551-99B1-8855-C4D8-E2D2B9CF2A3C}"/>
              </a:ext>
            </a:extLst>
          </p:cNvPr>
          <p:cNvSpPr/>
          <p:nvPr/>
        </p:nvSpPr>
        <p:spPr>
          <a:xfrm>
            <a:off x="7439934" y="7330768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74C775F8-B027-0BA4-1F4A-4E1CE494D6A4}"/>
              </a:ext>
            </a:extLst>
          </p:cNvPr>
          <p:cNvSpPr/>
          <p:nvPr/>
        </p:nvSpPr>
        <p:spPr>
          <a:xfrm>
            <a:off x="7550377" y="9157904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BCB69C3B-0089-C068-9C0A-7E1E15137E42}"/>
              </a:ext>
            </a:extLst>
          </p:cNvPr>
          <p:cNvSpPr/>
          <p:nvPr/>
        </p:nvSpPr>
        <p:spPr>
          <a:xfrm>
            <a:off x="9687234" y="4260024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BA7EABC8-99E6-07D7-8824-84C799DB38DB}"/>
              </a:ext>
            </a:extLst>
          </p:cNvPr>
          <p:cNvSpPr/>
          <p:nvPr/>
        </p:nvSpPr>
        <p:spPr>
          <a:xfrm>
            <a:off x="8943305" y="7283759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FDB19CB8-2346-FAC7-C180-04643F9E04EE}"/>
              </a:ext>
            </a:extLst>
          </p:cNvPr>
          <p:cNvSpPr/>
          <p:nvPr/>
        </p:nvSpPr>
        <p:spPr>
          <a:xfrm>
            <a:off x="8650126" y="9404425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072F57B6-4FC5-7A53-20AA-B9424E73F72C}"/>
              </a:ext>
            </a:extLst>
          </p:cNvPr>
          <p:cNvSpPr/>
          <p:nvPr/>
        </p:nvSpPr>
        <p:spPr>
          <a:xfrm>
            <a:off x="3545042" y="7283759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08741DD2-5004-AFF1-642F-6D9BBFF0B3F3}"/>
              </a:ext>
            </a:extLst>
          </p:cNvPr>
          <p:cNvSpPr/>
          <p:nvPr/>
        </p:nvSpPr>
        <p:spPr>
          <a:xfrm>
            <a:off x="3628816" y="5045866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7A0681A9-10BA-639B-447C-D88D331C0F53}"/>
              </a:ext>
            </a:extLst>
          </p:cNvPr>
          <p:cNvSpPr/>
          <p:nvPr/>
        </p:nvSpPr>
        <p:spPr>
          <a:xfrm>
            <a:off x="3932667" y="3238600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79C47F5B-C241-1030-D5E9-38304E790AB3}"/>
              </a:ext>
            </a:extLst>
          </p:cNvPr>
          <p:cNvSpPr/>
          <p:nvPr/>
        </p:nvSpPr>
        <p:spPr>
          <a:xfrm>
            <a:off x="4801229" y="8686080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3275C6AE-50DF-9F67-ACF5-F4878107D918}"/>
              </a:ext>
            </a:extLst>
          </p:cNvPr>
          <p:cNvSpPr/>
          <p:nvPr/>
        </p:nvSpPr>
        <p:spPr>
          <a:xfrm>
            <a:off x="10512982" y="7422751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E3516B31-172A-53F4-2D68-5B5D43B7C744}"/>
              </a:ext>
            </a:extLst>
          </p:cNvPr>
          <p:cNvSpPr/>
          <p:nvPr/>
        </p:nvSpPr>
        <p:spPr>
          <a:xfrm>
            <a:off x="9030640" y="1491109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5D5D54F5-A836-CCC9-9323-6E25F7F1CB28}"/>
              </a:ext>
            </a:extLst>
          </p:cNvPr>
          <p:cNvSpPr/>
          <p:nvPr/>
        </p:nvSpPr>
        <p:spPr>
          <a:xfrm>
            <a:off x="10748538" y="3588643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8A33F44F-9F72-ABD9-C440-AE95BF8FFD66}"/>
              </a:ext>
            </a:extLst>
          </p:cNvPr>
          <p:cNvSpPr/>
          <p:nvPr/>
        </p:nvSpPr>
        <p:spPr>
          <a:xfrm>
            <a:off x="5045867" y="1801848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115" name="Freeform: Shape 114">
            <a:extLst>
              <a:ext uri="{FF2B5EF4-FFF2-40B4-BE49-F238E27FC236}">
                <a16:creationId xmlns:a16="http://schemas.microsoft.com/office/drawing/2014/main" id="{B564E0D8-80F4-40F2-83C8-A478FD031AB7}"/>
              </a:ext>
            </a:extLst>
          </p:cNvPr>
          <p:cNvSpPr/>
          <p:nvPr/>
        </p:nvSpPr>
        <p:spPr>
          <a:xfrm>
            <a:off x="4296129" y="2754246"/>
            <a:ext cx="4612341" cy="5432612"/>
          </a:xfrm>
          <a:custGeom>
            <a:avLst/>
            <a:gdLst>
              <a:gd name="connsiteX0" fmla="*/ 389965 w 4612341"/>
              <a:gd name="connsiteY0" fmla="*/ 2998694 h 5432612"/>
              <a:gd name="connsiteX1" fmla="*/ 416859 w 4612341"/>
              <a:gd name="connsiteY1" fmla="*/ 2931459 h 5432612"/>
              <a:gd name="connsiteX2" fmla="*/ 430306 w 4612341"/>
              <a:gd name="connsiteY2" fmla="*/ 2151530 h 5432612"/>
              <a:gd name="connsiteX3" fmla="*/ 389965 w 4612341"/>
              <a:gd name="connsiteY3" fmla="*/ 1990165 h 5432612"/>
              <a:gd name="connsiteX4" fmla="*/ 295835 w 4612341"/>
              <a:gd name="connsiteY4" fmla="*/ 1600200 h 5432612"/>
              <a:gd name="connsiteX5" fmla="*/ 268941 w 4612341"/>
              <a:gd name="connsiteY5" fmla="*/ 1398494 h 5432612"/>
              <a:gd name="connsiteX6" fmla="*/ 255494 w 4612341"/>
              <a:gd name="connsiteY6" fmla="*/ 981636 h 5432612"/>
              <a:gd name="connsiteX7" fmla="*/ 309283 w 4612341"/>
              <a:gd name="connsiteY7" fmla="*/ 914400 h 5432612"/>
              <a:gd name="connsiteX8" fmla="*/ 376518 w 4612341"/>
              <a:gd name="connsiteY8" fmla="*/ 806824 h 5432612"/>
              <a:gd name="connsiteX9" fmla="*/ 443753 w 4612341"/>
              <a:gd name="connsiteY9" fmla="*/ 739589 h 5432612"/>
              <a:gd name="connsiteX10" fmla="*/ 632012 w 4612341"/>
              <a:gd name="connsiteY10" fmla="*/ 605118 h 5432612"/>
              <a:gd name="connsiteX11" fmla="*/ 927847 w 4612341"/>
              <a:gd name="connsiteY11" fmla="*/ 510989 h 5432612"/>
              <a:gd name="connsiteX12" fmla="*/ 1277471 w 4612341"/>
              <a:gd name="connsiteY12" fmla="*/ 524436 h 5432612"/>
              <a:gd name="connsiteX13" fmla="*/ 1385047 w 4612341"/>
              <a:gd name="connsiteY13" fmla="*/ 564777 h 5432612"/>
              <a:gd name="connsiteX14" fmla="*/ 1573306 w 4612341"/>
              <a:gd name="connsiteY14" fmla="*/ 645459 h 5432612"/>
              <a:gd name="connsiteX15" fmla="*/ 1775012 w 4612341"/>
              <a:gd name="connsiteY15" fmla="*/ 753036 h 5432612"/>
              <a:gd name="connsiteX16" fmla="*/ 1949824 w 4612341"/>
              <a:gd name="connsiteY16" fmla="*/ 779930 h 5432612"/>
              <a:gd name="connsiteX17" fmla="*/ 2057400 w 4612341"/>
              <a:gd name="connsiteY17" fmla="*/ 806824 h 5432612"/>
              <a:gd name="connsiteX18" fmla="*/ 2474259 w 4612341"/>
              <a:gd name="connsiteY18" fmla="*/ 766483 h 5432612"/>
              <a:gd name="connsiteX19" fmla="*/ 2675965 w 4612341"/>
              <a:gd name="connsiteY19" fmla="*/ 645459 h 5432612"/>
              <a:gd name="connsiteX20" fmla="*/ 2783541 w 4612341"/>
              <a:gd name="connsiteY20" fmla="*/ 551330 h 5432612"/>
              <a:gd name="connsiteX21" fmla="*/ 2891118 w 4612341"/>
              <a:gd name="connsiteY21" fmla="*/ 470647 h 5432612"/>
              <a:gd name="connsiteX22" fmla="*/ 2971800 w 4612341"/>
              <a:gd name="connsiteY22" fmla="*/ 389965 h 5432612"/>
              <a:gd name="connsiteX23" fmla="*/ 3079377 w 4612341"/>
              <a:gd name="connsiteY23" fmla="*/ 309283 h 5432612"/>
              <a:gd name="connsiteX24" fmla="*/ 3254188 w 4612341"/>
              <a:gd name="connsiteY24" fmla="*/ 161365 h 5432612"/>
              <a:gd name="connsiteX25" fmla="*/ 3442447 w 4612341"/>
              <a:gd name="connsiteY25" fmla="*/ 80683 h 5432612"/>
              <a:gd name="connsiteX26" fmla="*/ 3630706 w 4612341"/>
              <a:gd name="connsiteY26" fmla="*/ 13447 h 5432612"/>
              <a:gd name="connsiteX27" fmla="*/ 3724835 w 4612341"/>
              <a:gd name="connsiteY27" fmla="*/ 0 h 5432612"/>
              <a:gd name="connsiteX28" fmla="*/ 4061012 w 4612341"/>
              <a:gd name="connsiteY28" fmla="*/ 26894 h 5432612"/>
              <a:gd name="connsiteX29" fmla="*/ 4101353 w 4612341"/>
              <a:gd name="connsiteY29" fmla="*/ 53789 h 5432612"/>
              <a:gd name="connsiteX30" fmla="*/ 4155141 w 4612341"/>
              <a:gd name="connsiteY30" fmla="*/ 121024 h 5432612"/>
              <a:gd name="connsiteX31" fmla="*/ 4208930 w 4612341"/>
              <a:gd name="connsiteY31" fmla="*/ 242047 h 5432612"/>
              <a:gd name="connsiteX32" fmla="*/ 4222377 w 4612341"/>
              <a:gd name="connsiteY32" fmla="*/ 322730 h 5432612"/>
              <a:gd name="connsiteX33" fmla="*/ 4235824 w 4612341"/>
              <a:gd name="connsiteY33" fmla="*/ 389965 h 5432612"/>
              <a:gd name="connsiteX34" fmla="*/ 4249271 w 4612341"/>
              <a:gd name="connsiteY34" fmla="*/ 484094 h 5432612"/>
              <a:gd name="connsiteX35" fmla="*/ 4276165 w 4612341"/>
              <a:gd name="connsiteY35" fmla="*/ 1385047 h 5432612"/>
              <a:gd name="connsiteX36" fmla="*/ 4289612 w 4612341"/>
              <a:gd name="connsiteY36" fmla="*/ 1465730 h 5432612"/>
              <a:gd name="connsiteX37" fmla="*/ 4329953 w 4612341"/>
              <a:gd name="connsiteY37" fmla="*/ 1546412 h 5432612"/>
              <a:gd name="connsiteX38" fmla="*/ 4410635 w 4612341"/>
              <a:gd name="connsiteY38" fmla="*/ 1761565 h 5432612"/>
              <a:gd name="connsiteX39" fmla="*/ 4464424 w 4612341"/>
              <a:gd name="connsiteY39" fmla="*/ 1882589 h 5432612"/>
              <a:gd name="connsiteX40" fmla="*/ 4504765 w 4612341"/>
              <a:gd name="connsiteY40" fmla="*/ 2003612 h 5432612"/>
              <a:gd name="connsiteX41" fmla="*/ 4558553 w 4612341"/>
              <a:gd name="connsiteY41" fmla="*/ 2111189 h 5432612"/>
              <a:gd name="connsiteX42" fmla="*/ 4612341 w 4612341"/>
              <a:gd name="connsiteY42" fmla="*/ 2366683 h 5432612"/>
              <a:gd name="connsiteX43" fmla="*/ 4585447 w 4612341"/>
              <a:gd name="connsiteY43" fmla="*/ 2891118 h 5432612"/>
              <a:gd name="connsiteX44" fmla="*/ 4491318 w 4612341"/>
              <a:gd name="connsiteY44" fmla="*/ 3106271 h 5432612"/>
              <a:gd name="connsiteX45" fmla="*/ 4424083 w 4612341"/>
              <a:gd name="connsiteY45" fmla="*/ 3200400 h 5432612"/>
              <a:gd name="connsiteX46" fmla="*/ 4276165 w 4612341"/>
              <a:gd name="connsiteY46" fmla="*/ 3361765 h 5432612"/>
              <a:gd name="connsiteX47" fmla="*/ 4182035 w 4612341"/>
              <a:gd name="connsiteY47" fmla="*/ 3442447 h 5432612"/>
              <a:gd name="connsiteX48" fmla="*/ 3899647 w 4612341"/>
              <a:gd name="connsiteY48" fmla="*/ 3617259 h 5432612"/>
              <a:gd name="connsiteX49" fmla="*/ 3818965 w 4612341"/>
              <a:gd name="connsiteY49" fmla="*/ 3671047 h 5432612"/>
              <a:gd name="connsiteX50" fmla="*/ 3523130 w 4612341"/>
              <a:gd name="connsiteY50" fmla="*/ 3872753 h 5432612"/>
              <a:gd name="connsiteX51" fmla="*/ 3469341 w 4612341"/>
              <a:gd name="connsiteY51" fmla="*/ 3913094 h 5432612"/>
              <a:gd name="connsiteX52" fmla="*/ 3119718 w 4612341"/>
              <a:gd name="connsiteY52" fmla="*/ 4074459 h 5432612"/>
              <a:gd name="connsiteX53" fmla="*/ 3065930 w 4612341"/>
              <a:gd name="connsiteY53" fmla="*/ 4128247 h 5432612"/>
              <a:gd name="connsiteX54" fmla="*/ 2810435 w 4612341"/>
              <a:gd name="connsiteY54" fmla="*/ 4276165 h 5432612"/>
              <a:gd name="connsiteX55" fmla="*/ 2702859 w 4612341"/>
              <a:gd name="connsiteY55" fmla="*/ 4397189 h 5432612"/>
              <a:gd name="connsiteX56" fmla="*/ 2595283 w 4612341"/>
              <a:gd name="connsiteY56" fmla="*/ 4504765 h 5432612"/>
              <a:gd name="connsiteX57" fmla="*/ 2474259 w 4612341"/>
              <a:gd name="connsiteY57" fmla="*/ 4679577 h 5432612"/>
              <a:gd name="connsiteX58" fmla="*/ 2366683 w 4612341"/>
              <a:gd name="connsiteY58" fmla="*/ 4814047 h 5432612"/>
              <a:gd name="connsiteX59" fmla="*/ 2312894 w 4612341"/>
              <a:gd name="connsiteY59" fmla="*/ 4908177 h 5432612"/>
              <a:gd name="connsiteX60" fmla="*/ 2218765 w 4612341"/>
              <a:gd name="connsiteY60" fmla="*/ 5002306 h 5432612"/>
              <a:gd name="connsiteX61" fmla="*/ 2151530 w 4612341"/>
              <a:gd name="connsiteY61" fmla="*/ 5082989 h 5432612"/>
              <a:gd name="connsiteX62" fmla="*/ 2003612 w 4612341"/>
              <a:gd name="connsiteY62" fmla="*/ 5204012 h 5432612"/>
              <a:gd name="connsiteX63" fmla="*/ 1788459 w 4612341"/>
              <a:gd name="connsiteY63" fmla="*/ 5351930 h 5432612"/>
              <a:gd name="connsiteX64" fmla="*/ 1586753 w 4612341"/>
              <a:gd name="connsiteY64" fmla="*/ 5405718 h 5432612"/>
              <a:gd name="connsiteX65" fmla="*/ 1425388 w 4612341"/>
              <a:gd name="connsiteY65" fmla="*/ 5432612 h 5432612"/>
              <a:gd name="connsiteX66" fmla="*/ 1089212 w 4612341"/>
              <a:gd name="connsiteY66" fmla="*/ 5365377 h 5432612"/>
              <a:gd name="connsiteX67" fmla="*/ 981635 w 4612341"/>
              <a:gd name="connsiteY67" fmla="*/ 5311589 h 5432612"/>
              <a:gd name="connsiteX68" fmla="*/ 847165 w 4612341"/>
              <a:gd name="connsiteY68" fmla="*/ 5271247 h 5432612"/>
              <a:gd name="connsiteX69" fmla="*/ 551330 w 4612341"/>
              <a:gd name="connsiteY69" fmla="*/ 5163671 h 5432612"/>
              <a:gd name="connsiteX70" fmla="*/ 295835 w 4612341"/>
              <a:gd name="connsiteY70" fmla="*/ 4975412 h 5432612"/>
              <a:gd name="connsiteX71" fmla="*/ 201706 w 4612341"/>
              <a:gd name="connsiteY71" fmla="*/ 4827494 h 5432612"/>
              <a:gd name="connsiteX72" fmla="*/ 121024 w 4612341"/>
              <a:gd name="connsiteY72" fmla="*/ 4719918 h 5432612"/>
              <a:gd name="connsiteX73" fmla="*/ 80683 w 4612341"/>
              <a:gd name="connsiteY73" fmla="*/ 4639236 h 5432612"/>
              <a:gd name="connsiteX74" fmla="*/ 0 w 4612341"/>
              <a:gd name="connsiteY74" fmla="*/ 4370294 h 5432612"/>
              <a:gd name="connsiteX75" fmla="*/ 26894 w 4612341"/>
              <a:gd name="connsiteY75" fmla="*/ 3832412 h 5432612"/>
              <a:gd name="connsiteX76" fmla="*/ 67235 w 4612341"/>
              <a:gd name="connsiteY76" fmla="*/ 3738283 h 5432612"/>
              <a:gd name="connsiteX77" fmla="*/ 80683 w 4612341"/>
              <a:gd name="connsiteY77" fmla="*/ 3657600 h 5432612"/>
              <a:gd name="connsiteX78" fmla="*/ 121024 w 4612341"/>
              <a:gd name="connsiteY78" fmla="*/ 3576918 h 5432612"/>
              <a:gd name="connsiteX79" fmla="*/ 188259 w 4612341"/>
              <a:gd name="connsiteY79" fmla="*/ 3415553 h 5432612"/>
              <a:gd name="connsiteX80" fmla="*/ 215153 w 4612341"/>
              <a:gd name="connsiteY80" fmla="*/ 3348318 h 5432612"/>
              <a:gd name="connsiteX81" fmla="*/ 242047 w 4612341"/>
              <a:gd name="connsiteY81" fmla="*/ 3294530 h 5432612"/>
              <a:gd name="connsiteX82" fmla="*/ 336177 w 4612341"/>
              <a:gd name="connsiteY82" fmla="*/ 3065930 h 5432612"/>
              <a:gd name="connsiteX83" fmla="*/ 416859 w 4612341"/>
              <a:gd name="connsiteY83" fmla="*/ 2918012 h 5432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</a:cxnLst>
            <a:rect l="l" t="t" r="r" b="b"/>
            <a:pathLst>
              <a:path w="4612341" h="5432612">
                <a:moveTo>
                  <a:pt x="389965" y="2998694"/>
                </a:moveTo>
                <a:cubicBezTo>
                  <a:pt x="398930" y="2976282"/>
                  <a:pt x="410640" y="2954782"/>
                  <a:pt x="416859" y="2931459"/>
                </a:cubicBezTo>
                <a:cubicBezTo>
                  <a:pt x="485181" y="2675253"/>
                  <a:pt x="448361" y="2422353"/>
                  <a:pt x="430306" y="2151530"/>
                </a:cubicBezTo>
                <a:cubicBezTo>
                  <a:pt x="426618" y="2096209"/>
                  <a:pt x="401992" y="2044288"/>
                  <a:pt x="389965" y="1990165"/>
                </a:cubicBezTo>
                <a:cubicBezTo>
                  <a:pt x="310256" y="1631475"/>
                  <a:pt x="393750" y="1942896"/>
                  <a:pt x="295835" y="1600200"/>
                </a:cubicBezTo>
                <a:cubicBezTo>
                  <a:pt x="286870" y="1532965"/>
                  <a:pt x="278881" y="1465592"/>
                  <a:pt x="268941" y="1398494"/>
                </a:cubicBezTo>
                <a:cubicBezTo>
                  <a:pt x="243507" y="1226817"/>
                  <a:pt x="214970" y="1176151"/>
                  <a:pt x="255494" y="981636"/>
                </a:cubicBezTo>
                <a:cubicBezTo>
                  <a:pt x="261348" y="953538"/>
                  <a:pt x="292946" y="937998"/>
                  <a:pt x="309283" y="914400"/>
                </a:cubicBezTo>
                <a:cubicBezTo>
                  <a:pt x="333353" y="879633"/>
                  <a:pt x="350736" y="840341"/>
                  <a:pt x="376518" y="806824"/>
                </a:cubicBezTo>
                <a:cubicBezTo>
                  <a:pt x="395843" y="781702"/>
                  <a:pt x="418876" y="759229"/>
                  <a:pt x="443753" y="739589"/>
                </a:cubicBezTo>
                <a:cubicBezTo>
                  <a:pt x="504281" y="691804"/>
                  <a:pt x="558852" y="629505"/>
                  <a:pt x="632012" y="605118"/>
                </a:cubicBezTo>
                <a:cubicBezTo>
                  <a:pt x="864675" y="527564"/>
                  <a:pt x="765573" y="557353"/>
                  <a:pt x="927847" y="510989"/>
                </a:cubicBezTo>
                <a:cubicBezTo>
                  <a:pt x="1044388" y="515471"/>
                  <a:pt x="1161642" y="510809"/>
                  <a:pt x="1277471" y="524436"/>
                </a:cubicBezTo>
                <a:cubicBezTo>
                  <a:pt x="1315506" y="528911"/>
                  <a:pt x="1349601" y="550277"/>
                  <a:pt x="1385047" y="564777"/>
                </a:cubicBezTo>
                <a:cubicBezTo>
                  <a:pt x="1448237" y="590627"/>
                  <a:pt x="1514028" y="611586"/>
                  <a:pt x="1573306" y="645459"/>
                </a:cubicBezTo>
                <a:cubicBezTo>
                  <a:pt x="1607666" y="665093"/>
                  <a:pt x="1740039" y="743044"/>
                  <a:pt x="1775012" y="753036"/>
                </a:cubicBezTo>
                <a:cubicBezTo>
                  <a:pt x="1831700" y="769233"/>
                  <a:pt x="1891909" y="768899"/>
                  <a:pt x="1949824" y="779930"/>
                </a:cubicBezTo>
                <a:cubicBezTo>
                  <a:pt x="1986133" y="786846"/>
                  <a:pt x="2021541" y="797859"/>
                  <a:pt x="2057400" y="806824"/>
                </a:cubicBezTo>
                <a:cubicBezTo>
                  <a:pt x="2204725" y="800685"/>
                  <a:pt x="2339644" y="820330"/>
                  <a:pt x="2474259" y="766483"/>
                </a:cubicBezTo>
                <a:cubicBezTo>
                  <a:pt x="2552562" y="735162"/>
                  <a:pt x="2610535" y="697803"/>
                  <a:pt x="2675965" y="645459"/>
                </a:cubicBezTo>
                <a:cubicBezTo>
                  <a:pt x="2713172" y="615694"/>
                  <a:pt x="2746561" y="581376"/>
                  <a:pt x="2783541" y="551330"/>
                </a:cubicBezTo>
                <a:cubicBezTo>
                  <a:pt x="2818329" y="523064"/>
                  <a:pt x="2857085" y="499818"/>
                  <a:pt x="2891118" y="470647"/>
                </a:cubicBezTo>
                <a:cubicBezTo>
                  <a:pt x="2919995" y="445895"/>
                  <a:pt x="2942922" y="414717"/>
                  <a:pt x="2971800" y="389965"/>
                </a:cubicBezTo>
                <a:cubicBezTo>
                  <a:pt x="3005833" y="360794"/>
                  <a:pt x="3044538" y="337486"/>
                  <a:pt x="3079377" y="309283"/>
                </a:cubicBezTo>
                <a:cubicBezTo>
                  <a:pt x="3138705" y="261255"/>
                  <a:pt x="3185915" y="195501"/>
                  <a:pt x="3254188" y="161365"/>
                </a:cubicBezTo>
                <a:cubicBezTo>
                  <a:pt x="3395766" y="90577"/>
                  <a:pt x="3272786" y="148547"/>
                  <a:pt x="3442447" y="80683"/>
                </a:cubicBezTo>
                <a:cubicBezTo>
                  <a:pt x="3534580" y="43830"/>
                  <a:pt x="3534334" y="34099"/>
                  <a:pt x="3630706" y="13447"/>
                </a:cubicBezTo>
                <a:cubicBezTo>
                  <a:pt x="3661697" y="6806"/>
                  <a:pt x="3693459" y="4482"/>
                  <a:pt x="3724835" y="0"/>
                </a:cubicBezTo>
                <a:cubicBezTo>
                  <a:pt x="3836894" y="8965"/>
                  <a:pt x="3949725" y="10996"/>
                  <a:pt x="4061012" y="26894"/>
                </a:cubicBezTo>
                <a:cubicBezTo>
                  <a:pt x="4077011" y="29180"/>
                  <a:pt x="4089925" y="42361"/>
                  <a:pt x="4101353" y="53789"/>
                </a:cubicBezTo>
                <a:cubicBezTo>
                  <a:pt x="4121648" y="74084"/>
                  <a:pt x="4139221" y="97143"/>
                  <a:pt x="4155141" y="121024"/>
                </a:cubicBezTo>
                <a:cubicBezTo>
                  <a:pt x="4173984" y="149288"/>
                  <a:pt x="4197284" y="212933"/>
                  <a:pt x="4208930" y="242047"/>
                </a:cubicBezTo>
                <a:cubicBezTo>
                  <a:pt x="4213412" y="268941"/>
                  <a:pt x="4217500" y="295904"/>
                  <a:pt x="4222377" y="322730"/>
                </a:cubicBezTo>
                <a:cubicBezTo>
                  <a:pt x="4226465" y="345217"/>
                  <a:pt x="4232067" y="367420"/>
                  <a:pt x="4235824" y="389965"/>
                </a:cubicBezTo>
                <a:cubicBezTo>
                  <a:pt x="4241035" y="421229"/>
                  <a:pt x="4244789" y="452718"/>
                  <a:pt x="4249271" y="484094"/>
                </a:cubicBezTo>
                <a:cubicBezTo>
                  <a:pt x="4258236" y="784412"/>
                  <a:pt x="4263828" y="1084849"/>
                  <a:pt x="4276165" y="1385047"/>
                </a:cubicBezTo>
                <a:cubicBezTo>
                  <a:pt x="4277285" y="1412289"/>
                  <a:pt x="4280990" y="1439864"/>
                  <a:pt x="4289612" y="1465730"/>
                </a:cubicBezTo>
                <a:cubicBezTo>
                  <a:pt x="4299120" y="1494255"/>
                  <a:pt x="4318568" y="1518582"/>
                  <a:pt x="4329953" y="1546412"/>
                </a:cubicBezTo>
                <a:cubicBezTo>
                  <a:pt x="4358954" y="1617304"/>
                  <a:pt x="4379527" y="1691572"/>
                  <a:pt x="4410635" y="1761565"/>
                </a:cubicBezTo>
                <a:cubicBezTo>
                  <a:pt x="4428565" y="1801906"/>
                  <a:pt x="4448423" y="1841444"/>
                  <a:pt x="4464424" y="1882589"/>
                </a:cubicBezTo>
                <a:cubicBezTo>
                  <a:pt x="4479836" y="1922221"/>
                  <a:pt x="4488574" y="1964292"/>
                  <a:pt x="4504765" y="2003612"/>
                </a:cubicBezTo>
                <a:cubicBezTo>
                  <a:pt x="4520030" y="2040684"/>
                  <a:pt x="4543663" y="2073965"/>
                  <a:pt x="4558553" y="2111189"/>
                </a:cubicBezTo>
                <a:cubicBezTo>
                  <a:pt x="4588464" y="2185966"/>
                  <a:pt x="4600075" y="2293087"/>
                  <a:pt x="4612341" y="2366683"/>
                </a:cubicBezTo>
                <a:cubicBezTo>
                  <a:pt x="4603376" y="2541495"/>
                  <a:pt x="4600945" y="2716764"/>
                  <a:pt x="4585447" y="2891118"/>
                </a:cubicBezTo>
                <a:cubicBezTo>
                  <a:pt x="4581049" y="2940597"/>
                  <a:pt x="4503448" y="3085650"/>
                  <a:pt x="4491318" y="3106271"/>
                </a:cubicBezTo>
                <a:cubicBezTo>
                  <a:pt x="4471768" y="3139506"/>
                  <a:pt x="4447593" y="3169838"/>
                  <a:pt x="4424083" y="3200400"/>
                </a:cubicBezTo>
                <a:cubicBezTo>
                  <a:pt x="4376604" y="3262123"/>
                  <a:pt x="4333685" y="3308670"/>
                  <a:pt x="4276165" y="3361765"/>
                </a:cubicBezTo>
                <a:cubicBezTo>
                  <a:pt x="4245799" y="3389795"/>
                  <a:pt x="4216231" y="3419243"/>
                  <a:pt x="4182035" y="3442447"/>
                </a:cubicBezTo>
                <a:cubicBezTo>
                  <a:pt x="4090428" y="3504608"/>
                  <a:pt x="3991760" y="3555850"/>
                  <a:pt x="3899647" y="3617259"/>
                </a:cubicBezTo>
                <a:cubicBezTo>
                  <a:pt x="3872753" y="3635188"/>
                  <a:pt x="3845168" y="3652122"/>
                  <a:pt x="3818965" y="3671047"/>
                </a:cubicBezTo>
                <a:cubicBezTo>
                  <a:pt x="3411245" y="3965512"/>
                  <a:pt x="3874272" y="3647020"/>
                  <a:pt x="3523130" y="3872753"/>
                </a:cubicBezTo>
                <a:cubicBezTo>
                  <a:pt x="3504278" y="3884872"/>
                  <a:pt x="3489387" y="3903071"/>
                  <a:pt x="3469341" y="3913094"/>
                </a:cubicBezTo>
                <a:cubicBezTo>
                  <a:pt x="3354537" y="3970496"/>
                  <a:pt x="3119718" y="4074459"/>
                  <a:pt x="3119718" y="4074459"/>
                </a:cubicBezTo>
                <a:cubicBezTo>
                  <a:pt x="3101789" y="4092388"/>
                  <a:pt x="3087168" y="4114396"/>
                  <a:pt x="3065930" y="4128247"/>
                </a:cubicBezTo>
                <a:cubicBezTo>
                  <a:pt x="2983502" y="4182004"/>
                  <a:pt x="2880020" y="4206580"/>
                  <a:pt x="2810435" y="4276165"/>
                </a:cubicBezTo>
                <a:cubicBezTo>
                  <a:pt x="2613328" y="4473272"/>
                  <a:pt x="2911742" y="4170898"/>
                  <a:pt x="2702859" y="4397189"/>
                </a:cubicBezTo>
                <a:cubicBezTo>
                  <a:pt x="2668462" y="4434452"/>
                  <a:pt x="2629790" y="4467604"/>
                  <a:pt x="2595283" y="4504765"/>
                </a:cubicBezTo>
                <a:cubicBezTo>
                  <a:pt x="2470014" y="4639670"/>
                  <a:pt x="2581440" y="4527737"/>
                  <a:pt x="2474259" y="4679577"/>
                </a:cubicBezTo>
                <a:cubicBezTo>
                  <a:pt x="2441156" y="4726473"/>
                  <a:pt x="2395162" y="4764208"/>
                  <a:pt x="2366683" y="4814047"/>
                </a:cubicBezTo>
                <a:cubicBezTo>
                  <a:pt x="2348753" y="4845424"/>
                  <a:pt x="2335221" y="4879761"/>
                  <a:pt x="2312894" y="4908177"/>
                </a:cubicBezTo>
                <a:cubicBezTo>
                  <a:pt x="2285479" y="4943068"/>
                  <a:pt x="2248862" y="4969701"/>
                  <a:pt x="2218765" y="5002306"/>
                </a:cubicBezTo>
                <a:cubicBezTo>
                  <a:pt x="2195020" y="5028030"/>
                  <a:pt x="2177070" y="5059045"/>
                  <a:pt x="2151530" y="5082989"/>
                </a:cubicBezTo>
                <a:cubicBezTo>
                  <a:pt x="2105054" y="5126560"/>
                  <a:pt x="2048659" y="5158965"/>
                  <a:pt x="2003612" y="5204012"/>
                </a:cubicBezTo>
                <a:cubicBezTo>
                  <a:pt x="1936885" y="5270739"/>
                  <a:pt x="1895364" y="5321386"/>
                  <a:pt x="1788459" y="5351930"/>
                </a:cubicBezTo>
                <a:cubicBezTo>
                  <a:pt x="1730491" y="5368492"/>
                  <a:pt x="1644770" y="5394115"/>
                  <a:pt x="1586753" y="5405718"/>
                </a:cubicBezTo>
                <a:cubicBezTo>
                  <a:pt x="1533282" y="5416412"/>
                  <a:pt x="1479176" y="5423647"/>
                  <a:pt x="1425388" y="5432612"/>
                </a:cubicBezTo>
                <a:cubicBezTo>
                  <a:pt x="1277845" y="5412940"/>
                  <a:pt x="1219282" y="5415959"/>
                  <a:pt x="1089212" y="5365377"/>
                </a:cubicBezTo>
                <a:cubicBezTo>
                  <a:pt x="1051846" y="5350846"/>
                  <a:pt x="1019000" y="5326120"/>
                  <a:pt x="981635" y="5311589"/>
                </a:cubicBezTo>
                <a:cubicBezTo>
                  <a:pt x="938020" y="5294627"/>
                  <a:pt x="890615" y="5288627"/>
                  <a:pt x="847165" y="5271247"/>
                </a:cubicBezTo>
                <a:cubicBezTo>
                  <a:pt x="540406" y="5148543"/>
                  <a:pt x="897058" y="5250103"/>
                  <a:pt x="551330" y="5163671"/>
                </a:cubicBezTo>
                <a:cubicBezTo>
                  <a:pt x="549654" y="5162510"/>
                  <a:pt x="331223" y="5018967"/>
                  <a:pt x="295835" y="4975412"/>
                </a:cubicBezTo>
                <a:cubicBezTo>
                  <a:pt x="258981" y="4930054"/>
                  <a:pt x="234708" y="4875727"/>
                  <a:pt x="201706" y="4827494"/>
                </a:cubicBezTo>
                <a:cubicBezTo>
                  <a:pt x="176395" y="4790501"/>
                  <a:pt x="145263" y="4757622"/>
                  <a:pt x="121024" y="4719918"/>
                </a:cubicBezTo>
                <a:cubicBezTo>
                  <a:pt x="104764" y="4694625"/>
                  <a:pt x="92132" y="4667040"/>
                  <a:pt x="80683" y="4639236"/>
                </a:cubicBezTo>
                <a:cubicBezTo>
                  <a:pt x="23308" y="4499899"/>
                  <a:pt x="29975" y="4505183"/>
                  <a:pt x="0" y="4370294"/>
                </a:cubicBezTo>
                <a:cubicBezTo>
                  <a:pt x="8965" y="4191000"/>
                  <a:pt x="7904" y="4010923"/>
                  <a:pt x="26894" y="3832412"/>
                </a:cubicBezTo>
                <a:cubicBezTo>
                  <a:pt x="30505" y="3798467"/>
                  <a:pt x="57196" y="3770910"/>
                  <a:pt x="67235" y="3738283"/>
                </a:cubicBezTo>
                <a:cubicBezTo>
                  <a:pt x="75253" y="3712223"/>
                  <a:pt x="72061" y="3683466"/>
                  <a:pt x="80683" y="3657600"/>
                </a:cubicBezTo>
                <a:cubicBezTo>
                  <a:pt x="90192" y="3629075"/>
                  <a:pt x="108812" y="3604395"/>
                  <a:pt x="121024" y="3576918"/>
                </a:cubicBezTo>
                <a:cubicBezTo>
                  <a:pt x="144690" y="3523670"/>
                  <a:pt x="166073" y="3469435"/>
                  <a:pt x="188259" y="3415553"/>
                </a:cubicBezTo>
                <a:cubicBezTo>
                  <a:pt x="197450" y="3393233"/>
                  <a:pt x="204358" y="3369908"/>
                  <a:pt x="215153" y="3348318"/>
                </a:cubicBezTo>
                <a:cubicBezTo>
                  <a:pt x="224118" y="3330389"/>
                  <a:pt x="234151" y="3312955"/>
                  <a:pt x="242047" y="3294530"/>
                </a:cubicBezTo>
                <a:cubicBezTo>
                  <a:pt x="257818" y="3257731"/>
                  <a:pt x="312664" y="3112956"/>
                  <a:pt x="336177" y="3065930"/>
                </a:cubicBezTo>
                <a:cubicBezTo>
                  <a:pt x="406247" y="2925789"/>
                  <a:pt x="367976" y="2966895"/>
                  <a:pt x="416859" y="2918012"/>
                </a:cubicBezTo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571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AAF9A4BD-8D6C-36C3-34BD-497E4A707FCB}"/>
              </a:ext>
            </a:extLst>
          </p:cNvPr>
          <p:cNvSpPr/>
          <p:nvPr/>
        </p:nvSpPr>
        <p:spPr>
          <a:xfrm>
            <a:off x="6369153" y="1283301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07E34EE1-C9FC-0C8A-0830-F631C7BAC70C}"/>
              </a:ext>
            </a:extLst>
          </p:cNvPr>
          <p:cNvSpPr/>
          <p:nvPr/>
        </p:nvSpPr>
        <p:spPr>
          <a:xfrm>
            <a:off x="10091018" y="8798060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8B7FDE00-64FA-5314-43EA-8AF47BFDD8F6}"/>
              </a:ext>
            </a:extLst>
          </p:cNvPr>
          <p:cNvSpPr/>
          <p:nvPr/>
        </p:nvSpPr>
        <p:spPr>
          <a:xfrm>
            <a:off x="10774771" y="6189807"/>
            <a:ext cx="427270" cy="49304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B645D35E-FCE3-F80B-397C-976D53710411}"/>
                  </a:ext>
                </a:extLst>
              </p:cNvPr>
              <p:cNvSpPr txBox="1"/>
              <p:nvPr/>
            </p:nvSpPr>
            <p:spPr>
              <a:xfrm>
                <a:off x="4661788" y="12767732"/>
                <a:ext cx="4387740" cy="15614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6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6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skw"/>
                          <m:ctrlPr>
                            <a:rPr lang="en-US" sz="6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6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6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6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  <m:r>
                            <a:rPr lang="en-US" sz="6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</m:num>
                        <m:den>
                          <m:r>
                            <a:rPr lang="en-US" sz="6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m:rPr>
                              <m:sty m:val="p"/>
                            </m:rPr>
                            <a:rPr lang="el-GR" sz="6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  <m:r>
                            <a:rPr lang="en-US" sz="6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</m:den>
                      </m:f>
                    </m:oMath>
                  </m:oMathPara>
                </a14:m>
                <a:endParaRPr lang="en-CA" sz="6000" dirty="0"/>
              </a:p>
            </p:txBody>
          </p:sp>
        </mc:Choice>
        <mc:Fallback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B645D35E-FCE3-F80B-397C-976D537104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1788" y="12767732"/>
                <a:ext cx="4387740" cy="15614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5" name="Picture 124">
            <a:extLst>
              <a:ext uri="{FF2B5EF4-FFF2-40B4-BE49-F238E27FC236}">
                <a16:creationId xmlns:a16="http://schemas.microsoft.com/office/drawing/2014/main" id="{FA1622FA-D360-B627-6D4D-9B7AEE1D3C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8780" y="11900851"/>
            <a:ext cx="518453" cy="587164"/>
          </a:xfrm>
          <a:prstGeom prst="rect">
            <a:avLst/>
          </a:prstGeom>
        </p:spPr>
      </p:pic>
      <p:sp>
        <p:nvSpPr>
          <p:cNvPr id="126" name="Oval 125">
            <a:extLst>
              <a:ext uri="{FF2B5EF4-FFF2-40B4-BE49-F238E27FC236}">
                <a16:creationId xmlns:a16="http://schemas.microsoft.com/office/drawing/2014/main" id="{6E69911B-A8FE-C06C-1710-15F3CB87637C}"/>
              </a:ext>
            </a:extLst>
          </p:cNvPr>
          <p:cNvSpPr/>
          <p:nvPr/>
        </p:nvSpPr>
        <p:spPr>
          <a:xfrm>
            <a:off x="3868859" y="11273642"/>
            <a:ext cx="427270" cy="49304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CA4EB1FB-69CA-6944-DA83-E807BC8311E1}"/>
                  </a:ext>
                </a:extLst>
              </p:cNvPr>
              <p:cNvSpPr txBox="1"/>
              <p:nvPr/>
            </p:nvSpPr>
            <p:spPr>
              <a:xfrm>
                <a:off x="4695879" y="2618486"/>
                <a:ext cx="572273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480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CA" sz="4800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CA4EB1FB-69CA-6944-DA83-E807BC831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5879" y="2618486"/>
                <a:ext cx="572273" cy="7386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2" name="Freeform: Shape 141">
            <a:extLst>
              <a:ext uri="{FF2B5EF4-FFF2-40B4-BE49-F238E27FC236}">
                <a16:creationId xmlns:a16="http://schemas.microsoft.com/office/drawing/2014/main" id="{DFEE291A-A035-55CA-FE9A-2A343AF8DCC6}"/>
              </a:ext>
            </a:extLst>
          </p:cNvPr>
          <p:cNvSpPr/>
          <p:nvPr/>
        </p:nvSpPr>
        <p:spPr>
          <a:xfrm>
            <a:off x="4441469" y="3778321"/>
            <a:ext cx="3429000" cy="3697942"/>
          </a:xfrm>
          <a:custGeom>
            <a:avLst/>
            <a:gdLst>
              <a:gd name="connsiteX0" fmla="*/ 1667436 w 3429000"/>
              <a:gd name="connsiteY0" fmla="*/ 3052483 h 3697942"/>
              <a:gd name="connsiteX1" fmla="*/ 1398494 w 3429000"/>
              <a:gd name="connsiteY1" fmla="*/ 3173506 h 3697942"/>
              <a:gd name="connsiteX2" fmla="*/ 1237130 w 3429000"/>
              <a:gd name="connsiteY2" fmla="*/ 3267636 h 3697942"/>
              <a:gd name="connsiteX3" fmla="*/ 1169894 w 3429000"/>
              <a:gd name="connsiteY3" fmla="*/ 3321424 h 3697942"/>
              <a:gd name="connsiteX4" fmla="*/ 995083 w 3429000"/>
              <a:gd name="connsiteY4" fmla="*/ 3523130 h 3697942"/>
              <a:gd name="connsiteX5" fmla="*/ 833718 w 3429000"/>
              <a:gd name="connsiteY5" fmla="*/ 3644153 h 3697942"/>
              <a:gd name="connsiteX6" fmla="*/ 779930 w 3429000"/>
              <a:gd name="connsiteY6" fmla="*/ 3657600 h 3697942"/>
              <a:gd name="connsiteX7" fmla="*/ 685800 w 3429000"/>
              <a:gd name="connsiteY7" fmla="*/ 3684494 h 3697942"/>
              <a:gd name="connsiteX8" fmla="*/ 618565 w 3429000"/>
              <a:gd name="connsiteY8" fmla="*/ 3697942 h 3697942"/>
              <a:gd name="connsiteX9" fmla="*/ 389965 w 3429000"/>
              <a:gd name="connsiteY9" fmla="*/ 3684494 h 3697942"/>
              <a:gd name="connsiteX10" fmla="*/ 349624 w 3429000"/>
              <a:gd name="connsiteY10" fmla="*/ 3657600 h 3697942"/>
              <a:gd name="connsiteX11" fmla="*/ 295836 w 3429000"/>
              <a:gd name="connsiteY11" fmla="*/ 3630706 h 3697942"/>
              <a:gd name="connsiteX12" fmla="*/ 174812 w 3429000"/>
              <a:gd name="connsiteY12" fmla="*/ 3576918 h 3697942"/>
              <a:gd name="connsiteX13" fmla="*/ 53789 w 3429000"/>
              <a:gd name="connsiteY13" fmla="*/ 3442447 h 3697942"/>
              <a:gd name="connsiteX14" fmla="*/ 40341 w 3429000"/>
              <a:gd name="connsiteY14" fmla="*/ 3388659 h 3697942"/>
              <a:gd name="connsiteX15" fmla="*/ 13447 w 3429000"/>
              <a:gd name="connsiteY15" fmla="*/ 3307977 h 3697942"/>
              <a:gd name="connsiteX16" fmla="*/ 0 w 3429000"/>
              <a:gd name="connsiteY16" fmla="*/ 3227294 h 3697942"/>
              <a:gd name="connsiteX17" fmla="*/ 13447 w 3429000"/>
              <a:gd name="connsiteY17" fmla="*/ 3079377 h 3697942"/>
              <a:gd name="connsiteX18" fmla="*/ 53789 w 3429000"/>
              <a:gd name="connsiteY18" fmla="*/ 3012142 h 3697942"/>
              <a:gd name="connsiteX19" fmla="*/ 121024 w 3429000"/>
              <a:gd name="connsiteY19" fmla="*/ 2931459 h 3697942"/>
              <a:gd name="connsiteX20" fmla="*/ 309283 w 3429000"/>
              <a:gd name="connsiteY20" fmla="*/ 2823883 h 3697942"/>
              <a:gd name="connsiteX21" fmla="*/ 403412 w 3429000"/>
              <a:gd name="connsiteY21" fmla="*/ 2756647 h 3697942"/>
              <a:gd name="connsiteX22" fmla="*/ 524436 w 3429000"/>
              <a:gd name="connsiteY22" fmla="*/ 2689412 h 3697942"/>
              <a:gd name="connsiteX23" fmla="*/ 605118 w 3429000"/>
              <a:gd name="connsiteY23" fmla="*/ 2635624 h 3697942"/>
              <a:gd name="connsiteX24" fmla="*/ 699247 w 3429000"/>
              <a:gd name="connsiteY24" fmla="*/ 2581836 h 3697942"/>
              <a:gd name="connsiteX25" fmla="*/ 887506 w 3429000"/>
              <a:gd name="connsiteY25" fmla="*/ 2447365 h 3697942"/>
              <a:gd name="connsiteX26" fmla="*/ 1048871 w 3429000"/>
              <a:gd name="connsiteY26" fmla="*/ 2326342 h 3697942"/>
              <a:gd name="connsiteX27" fmla="*/ 1129553 w 3429000"/>
              <a:gd name="connsiteY27" fmla="*/ 2245659 h 3697942"/>
              <a:gd name="connsiteX28" fmla="*/ 1264024 w 3429000"/>
              <a:gd name="connsiteY28" fmla="*/ 2043953 h 3697942"/>
              <a:gd name="connsiteX29" fmla="*/ 1385047 w 3429000"/>
              <a:gd name="connsiteY29" fmla="*/ 1828800 h 3697942"/>
              <a:gd name="connsiteX30" fmla="*/ 1452283 w 3429000"/>
              <a:gd name="connsiteY30" fmla="*/ 1586753 h 3697942"/>
              <a:gd name="connsiteX31" fmla="*/ 1465730 w 3429000"/>
              <a:gd name="connsiteY31" fmla="*/ 1492624 h 3697942"/>
              <a:gd name="connsiteX32" fmla="*/ 1479177 w 3429000"/>
              <a:gd name="connsiteY32" fmla="*/ 1411942 h 3697942"/>
              <a:gd name="connsiteX33" fmla="*/ 1506071 w 3429000"/>
              <a:gd name="connsiteY33" fmla="*/ 1210236 h 3697942"/>
              <a:gd name="connsiteX34" fmla="*/ 1532965 w 3429000"/>
              <a:gd name="connsiteY34" fmla="*/ 968189 h 3697942"/>
              <a:gd name="connsiteX35" fmla="*/ 1600200 w 3429000"/>
              <a:gd name="connsiteY35" fmla="*/ 820271 h 3697942"/>
              <a:gd name="connsiteX36" fmla="*/ 1653989 w 3429000"/>
              <a:gd name="connsiteY36" fmla="*/ 699247 h 3697942"/>
              <a:gd name="connsiteX37" fmla="*/ 1775012 w 3429000"/>
              <a:gd name="connsiteY37" fmla="*/ 578224 h 3697942"/>
              <a:gd name="connsiteX38" fmla="*/ 1896036 w 3429000"/>
              <a:gd name="connsiteY38" fmla="*/ 484094 h 3697942"/>
              <a:gd name="connsiteX39" fmla="*/ 1963271 w 3429000"/>
              <a:gd name="connsiteY39" fmla="*/ 430306 h 3697942"/>
              <a:gd name="connsiteX40" fmla="*/ 2017059 w 3429000"/>
              <a:gd name="connsiteY40" fmla="*/ 389965 h 3697942"/>
              <a:gd name="connsiteX41" fmla="*/ 2138083 w 3429000"/>
              <a:gd name="connsiteY41" fmla="*/ 268942 h 3697942"/>
              <a:gd name="connsiteX42" fmla="*/ 2205318 w 3429000"/>
              <a:gd name="connsiteY42" fmla="*/ 201706 h 3697942"/>
              <a:gd name="connsiteX43" fmla="*/ 2286000 w 3429000"/>
              <a:gd name="connsiteY43" fmla="*/ 107577 h 3697942"/>
              <a:gd name="connsiteX44" fmla="*/ 2353236 w 3429000"/>
              <a:gd name="connsiteY44" fmla="*/ 67236 h 3697942"/>
              <a:gd name="connsiteX45" fmla="*/ 2460812 w 3429000"/>
              <a:gd name="connsiteY45" fmla="*/ 13447 h 3697942"/>
              <a:gd name="connsiteX46" fmla="*/ 2568389 w 3429000"/>
              <a:gd name="connsiteY46" fmla="*/ 0 h 3697942"/>
              <a:gd name="connsiteX47" fmla="*/ 2702859 w 3429000"/>
              <a:gd name="connsiteY47" fmla="*/ 26894 h 3697942"/>
              <a:gd name="connsiteX48" fmla="*/ 2810436 w 3429000"/>
              <a:gd name="connsiteY48" fmla="*/ 53789 h 3697942"/>
              <a:gd name="connsiteX49" fmla="*/ 2931459 w 3429000"/>
              <a:gd name="connsiteY49" fmla="*/ 147918 h 3697942"/>
              <a:gd name="connsiteX50" fmla="*/ 2985247 w 3429000"/>
              <a:gd name="connsiteY50" fmla="*/ 188259 h 3697942"/>
              <a:gd name="connsiteX51" fmla="*/ 3012141 w 3429000"/>
              <a:gd name="connsiteY51" fmla="*/ 228600 h 3697942"/>
              <a:gd name="connsiteX52" fmla="*/ 3065930 w 3429000"/>
              <a:gd name="connsiteY52" fmla="*/ 282389 h 3697942"/>
              <a:gd name="connsiteX53" fmla="*/ 3092824 w 3429000"/>
              <a:gd name="connsiteY53" fmla="*/ 322730 h 3697942"/>
              <a:gd name="connsiteX54" fmla="*/ 3186953 w 3429000"/>
              <a:gd name="connsiteY54" fmla="*/ 443753 h 3697942"/>
              <a:gd name="connsiteX55" fmla="*/ 3227294 w 3429000"/>
              <a:gd name="connsiteY55" fmla="*/ 497542 h 3697942"/>
              <a:gd name="connsiteX56" fmla="*/ 3281083 w 3429000"/>
              <a:gd name="connsiteY56" fmla="*/ 551330 h 3697942"/>
              <a:gd name="connsiteX57" fmla="*/ 3334871 w 3429000"/>
              <a:gd name="connsiteY57" fmla="*/ 645459 h 3697942"/>
              <a:gd name="connsiteX58" fmla="*/ 3388659 w 3429000"/>
              <a:gd name="connsiteY58" fmla="*/ 739589 h 3697942"/>
              <a:gd name="connsiteX59" fmla="*/ 3415553 w 3429000"/>
              <a:gd name="connsiteY59" fmla="*/ 887506 h 3697942"/>
              <a:gd name="connsiteX60" fmla="*/ 3429000 w 3429000"/>
              <a:gd name="connsiteY60" fmla="*/ 1035424 h 3697942"/>
              <a:gd name="connsiteX61" fmla="*/ 3415553 w 3429000"/>
              <a:gd name="connsiteY61" fmla="*/ 1425389 h 3697942"/>
              <a:gd name="connsiteX62" fmla="*/ 3375212 w 3429000"/>
              <a:gd name="connsiteY62" fmla="*/ 1465730 h 3697942"/>
              <a:gd name="connsiteX63" fmla="*/ 3348318 w 3429000"/>
              <a:gd name="connsiteY63" fmla="*/ 1506071 h 3697942"/>
              <a:gd name="connsiteX64" fmla="*/ 3227294 w 3429000"/>
              <a:gd name="connsiteY64" fmla="*/ 1586753 h 3697942"/>
              <a:gd name="connsiteX65" fmla="*/ 3106271 w 3429000"/>
              <a:gd name="connsiteY65" fmla="*/ 1600200 h 3697942"/>
              <a:gd name="connsiteX66" fmla="*/ 3065930 w 3429000"/>
              <a:gd name="connsiteY66" fmla="*/ 1613647 h 3697942"/>
              <a:gd name="connsiteX67" fmla="*/ 2205318 w 3429000"/>
              <a:gd name="connsiteY67" fmla="*/ 1640542 h 3697942"/>
              <a:gd name="connsiteX68" fmla="*/ 2084294 w 3429000"/>
              <a:gd name="connsiteY68" fmla="*/ 1667436 h 3697942"/>
              <a:gd name="connsiteX69" fmla="*/ 2043953 w 3429000"/>
              <a:gd name="connsiteY69" fmla="*/ 1680883 h 3697942"/>
              <a:gd name="connsiteX70" fmla="*/ 1990165 w 3429000"/>
              <a:gd name="connsiteY70" fmla="*/ 1721224 h 3697942"/>
              <a:gd name="connsiteX71" fmla="*/ 1855694 w 3429000"/>
              <a:gd name="connsiteY71" fmla="*/ 1869142 h 3697942"/>
              <a:gd name="connsiteX72" fmla="*/ 1801906 w 3429000"/>
              <a:gd name="connsiteY72" fmla="*/ 1976718 h 3697942"/>
              <a:gd name="connsiteX73" fmla="*/ 1775012 w 3429000"/>
              <a:gd name="connsiteY73" fmla="*/ 2178424 h 3697942"/>
              <a:gd name="connsiteX74" fmla="*/ 1748118 w 3429000"/>
              <a:gd name="connsiteY74" fmla="*/ 2245659 h 3697942"/>
              <a:gd name="connsiteX75" fmla="*/ 1734671 w 3429000"/>
              <a:gd name="connsiteY75" fmla="*/ 2407024 h 3697942"/>
              <a:gd name="connsiteX76" fmla="*/ 1707777 w 3429000"/>
              <a:gd name="connsiteY76" fmla="*/ 2837330 h 3697942"/>
              <a:gd name="connsiteX77" fmla="*/ 1694330 w 3429000"/>
              <a:gd name="connsiteY77" fmla="*/ 2877671 h 3697942"/>
              <a:gd name="connsiteX78" fmla="*/ 1653989 w 3429000"/>
              <a:gd name="connsiteY78" fmla="*/ 2998694 h 3697942"/>
              <a:gd name="connsiteX79" fmla="*/ 1667436 w 3429000"/>
              <a:gd name="connsiteY79" fmla="*/ 3052483 h 3697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3429000" h="3697942">
                <a:moveTo>
                  <a:pt x="1667436" y="3052483"/>
                </a:moveTo>
                <a:cubicBezTo>
                  <a:pt x="1624853" y="3081618"/>
                  <a:pt x="1594126" y="3080348"/>
                  <a:pt x="1398494" y="3173506"/>
                </a:cubicBezTo>
                <a:cubicBezTo>
                  <a:pt x="1323025" y="3209444"/>
                  <a:pt x="1306149" y="3217440"/>
                  <a:pt x="1237130" y="3267636"/>
                </a:cubicBezTo>
                <a:cubicBezTo>
                  <a:pt x="1213918" y="3284517"/>
                  <a:pt x="1189477" y="3300442"/>
                  <a:pt x="1169894" y="3321424"/>
                </a:cubicBezTo>
                <a:cubicBezTo>
                  <a:pt x="1132800" y="3361168"/>
                  <a:pt x="1054123" y="3475160"/>
                  <a:pt x="995083" y="3523130"/>
                </a:cubicBezTo>
                <a:cubicBezTo>
                  <a:pt x="942901" y="3565528"/>
                  <a:pt x="898946" y="3627846"/>
                  <a:pt x="833718" y="3644153"/>
                </a:cubicBezTo>
                <a:cubicBezTo>
                  <a:pt x="815789" y="3648635"/>
                  <a:pt x="797760" y="3652737"/>
                  <a:pt x="779930" y="3657600"/>
                </a:cubicBezTo>
                <a:cubicBezTo>
                  <a:pt x="748448" y="3666186"/>
                  <a:pt x="717458" y="3676579"/>
                  <a:pt x="685800" y="3684494"/>
                </a:cubicBezTo>
                <a:cubicBezTo>
                  <a:pt x="663627" y="3690037"/>
                  <a:pt x="640977" y="3693459"/>
                  <a:pt x="618565" y="3697942"/>
                </a:cubicBezTo>
                <a:cubicBezTo>
                  <a:pt x="542365" y="3693459"/>
                  <a:pt x="465452" y="3695817"/>
                  <a:pt x="389965" y="3684494"/>
                </a:cubicBezTo>
                <a:cubicBezTo>
                  <a:pt x="373983" y="3682097"/>
                  <a:pt x="363656" y="3665618"/>
                  <a:pt x="349624" y="3657600"/>
                </a:cubicBezTo>
                <a:cubicBezTo>
                  <a:pt x="332220" y="3647655"/>
                  <a:pt x="314154" y="3638847"/>
                  <a:pt x="295836" y="3630706"/>
                </a:cubicBezTo>
                <a:cubicBezTo>
                  <a:pt x="274181" y="3621082"/>
                  <a:pt x="196882" y="3594083"/>
                  <a:pt x="174812" y="3576918"/>
                </a:cubicBezTo>
                <a:cubicBezTo>
                  <a:pt x="128471" y="3540875"/>
                  <a:pt x="90078" y="3487809"/>
                  <a:pt x="53789" y="3442447"/>
                </a:cubicBezTo>
                <a:cubicBezTo>
                  <a:pt x="49306" y="3424518"/>
                  <a:pt x="45652" y="3406361"/>
                  <a:pt x="40341" y="3388659"/>
                </a:cubicBezTo>
                <a:cubicBezTo>
                  <a:pt x="32195" y="3361506"/>
                  <a:pt x="20323" y="3335479"/>
                  <a:pt x="13447" y="3307977"/>
                </a:cubicBezTo>
                <a:cubicBezTo>
                  <a:pt x="6834" y="3281526"/>
                  <a:pt x="4482" y="3254188"/>
                  <a:pt x="0" y="3227294"/>
                </a:cubicBezTo>
                <a:cubicBezTo>
                  <a:pt x="4482" y="3177988"/>
                  <a:pt x="1439" y="3127408"/>
                  <a:pt x="13447" y="3079377"/>
                </a:cubicBezTo>
                <a:cubicBezTo>
                  <a:pt x="19786" y="3054021"/>
                  <a:pt x="38416" y="3033279"/>
                  <a:pt x="53789" y="3012142"/>
                </a:cubicBezTo>
                <a:cubicBezTo>
                  <a:pt x="74380" y="2983829"/>
                  <a:pt x="95120" y="2955008"/>
                  <a:pt x="121024" y="2931459"/>
                </a:cubicBezTo>
                <a:cubicBezTo>
                  <a:pt x="181222" y="2876733"/>
                  <a:pt x="239579" y="2865706"/>
                  <a:pt x="309283" y="2823883"/>
                </a:cubicBezTo>
                <a:cubicBezTo>
                  <a:pt x="342347" y="2804045"/>
                  <a:pt x="370714" y="2777083"/>
                  <a:pt x="403412" y="2756647"/>
                </a:cubicBezTo>
                <a:cubicBezTo>
                  <a:pt x="442546" y="2732188"/>
                  <a:pt x="484864" y="2713155"/>
                  <a:pt x="524436" y="2689412"/>
                </a:cubicBezTo>
                <a:cubicBezTo>
                  <a:pt x="552152" y="2672782"/>
                  <a:pt x="577590" y="2652564"/>
                  <a:pt x="605118" y="2635624"/>
                </a:cubicBezTo>
                <a:cubicBezTo>
                  <a:pt x="635895" y="2616684"/>
                  <a:pt x="669179" y="2601882"/>
                  <a:pt x="699247" y="2581836"/>
                </a:cubicBezTo>
                <a:cubicBezTo>
                  <a:pt x="763413" y="2539059"/>
                  <a:pt x="824329" y="2491589"/>
                  <a:pt x="887506" y="2447365"/>
                </a:cubicBezTo>
                <a:cubicBezTo>
                  <a:pt x="976744" y="2384899"/>
                  <a:pt x="965641" y="2402637"/>
                  <a:pt x="1048871" y="2326342"/>
                </a:cubicBezTo>
                <a:cubicBezTo>
                  <a:pt x="1076908" y="2300641"/>
                  <a:pt x="1106503" y="2275913"/>
                  <a:pt x="1129553" y="2245659"/>
                </a:cubicBezTo>
                <a:cubicBezTo>
                  <a:pt x="1178525" y="2181383"/>
                  <a:pt x="1227886" y="2116229"/>
                  <a:pt x="1264024" y="2043953"/>
                </a:cubicBezTo>
                <a:cubicBezTo>
                  <a:pt x="1336723" y="1898555"/>
                  <a:pt x="1296564" y="1970374"/>
                  <a:pt x="1385047" y="1828800"/>
                </a:cubicBezTo>
                <a:cubicBezTo>
                  <a:pt x="1406961" y="1755755"/>
                  <a:pt x="1436984" y="1663250"/>
                  <a:pt x="1452283" y="1586753"/>
                </a:cubicBezTo>
                <a:cubicBezTo>
                  <a:pt x="1458499" y="1555674"/>
                  <a:pt x="1460911" y="1523950"/>
                  <a:pt x="1465730" y="1492624"/>
                </a:cubicBezTo>
                <a:cubicBezTo>
                  <a:pt x="1469876" y="1465676"/>
                  <a:pt x="1475574" y="1438968"/>
                  <a:pt x="1479177" y="1411942"/>
                </a:cubicBezTo>
                <a:cubicBezTo>
                  <a:pt x="1512093" y="1165072"/>
                  <a:pt x="1474896" y="1397286"/>
                  <a:pt x="1506071" y="1210236"/>
                </a:cubicBezTo>
                <a:cubicBezTo>
                  <a:pt x="1509410" y="1170165"/>
                  <a:pt x="1516894" y="1027116"/>
                  <a:pt x="1532965" y="968189"/>
                </a:cubicBezTo>
                <a:cubicBezTo>
                  <a:pt x="1545735" y="921367"/>
                  <a:pt x="1580568" y="862338"/>
                  <a:pt x="1600200" y="820271"/>
                </a:cubicBezTo>
                <a:cubicBezTo>
                  <a:pt x="1618869" y="780266"/>
                  <a:pt x="1628142" y="735035"/>
                  <a:pt x="1653989" y="699247"/>
                </a:cubicBezTo>
                <a:cubicBezTo>
                  <a:pt x="1687392" y="652997"/>
                  <a:pt x="1729979" y="613250"/>
                  <a:pt x="1775012" y="578224"/>
                </a:cubicBezTo>
                <a:lnTo>
                  <a:pt x="1896036" y="484094"/>
                </a:lnTo>
                <a:cubicBezTo>
                  <a:pt x="1918604" y="466362"/>
                  <a:pt x="1940616" y="447927"/>
                  <a:pt x="1963271" y="430306"/>
                </a:cubicBezTo>
                <a:cubicBezTo>
                  <a:pt x="1980962" y="416547"/>
                  <a:pt x="2001211" y="405812"/>
                  <a:pt x="2017059" y="389965"/>
                </a:cubicBezTo>
                <a:lnTo>
                  <a:pt x="2138083" y="268942"/>
                </a:lnTo>
                <a:cubicBezTo>
                  <a:pt x="2160495" y="246530"/>
                  <a:pt x="2186301" y="227062"/>
                  <a:pt x="2205318" y="201706"/>
                </a:cubicBezTo>
                <a:cubicBezTo>
                  <a:pt x="2228689" y="170544"/>
                  <a:pt x="2253893" y="131657"/>
                  <a:pt x="2286000" y="107577"/>
                </a:cubicBezTo>
                <a:cubicBezTo>
                  <a:pt x="2306909" y="91895"/>
                  <a:pt x="2330224" y="79627"/>
                  <a:pt x="2353236" y="67236"/>
                </a:cubicBezTo>
                <a:cubicBezTo>
                  <a:pt x="2388535" y="48229"/>
                  <a:pt x="2421030" y="18420"/>
                  <a:pt x="2460812" y="13447"/>
                </a:cubicBezTo>
                <a:lnTo>
                  <a:pt x="2568389" y="0"/>
                </a:lnTo>
                <a:cubicBezTo>
                  <a:pt x="2613212" y="8965"/>
                  <a:pt x="2658237" y="16978"/>
                  <a:pt x="2702859" y="26894"/>
                </a:cubicBezTo>
                <a:cubicBezTo>
                  <a:pt x="2738941" y="34912"/>
                  <a:pt x="2810436" y="53789"/>
                  <a:pt x="2810436" y="53789"/>
                </a:cubicBezTo>
                <a:cubicBezTo>
                  <a:pt x="2933274" y="127492"/>
                  <a:pt x="2826340" y="55939"/>
                  <a:pt x="2931459" y="147918"/>
                </a:cubicBezTo>
                <a:cubicBezTo>
                  <a:pt x="2948325" y="162676"/>
                  <a:pt x="2969400" y="172412"/>
                  <a:pt x="2985247" y="188259"/>
                </a:cubicBezTo>
                <a:cubicBezTo>
                  <a:pt x="2996675" y="199687"/>
                  <a:pt x="3001623" y="216329"/>
                  <a:pt x="3012141" y="228600"/>
                </a:cubicBezTo>
                <a:cubicBezTo>
                  <a:pt x="3028643" y="247852"/>
                  <a:pt x="3049428" y="263137"/>
                  <a:pt x="3065930" y="282389"/>
                </a:cubicBezTo>
                <a:cubicBezTo>
                  <a:pt x="3076448" y="294660"/>
                  <a:pt x="3083127" y="309801"/>
                  <a:pt x="3092824" y="322730"/>
                </a:cubicBezTo>
                <a:cubicBezTo>
                  <a:pt x="3123488" y="363615"/>
                  <a:pt x="3155793" y="403245"/>
                  <a:pt x="3186953" y="443753"/>
                </a:cubicBezTo>
                <a:cubicBezTo>
                  <a:pt x="3200618" y="461517"/>
                  <a:pt x="3211446" y="481695"/>
                  <a:pt x="3227294" y="497542"/>
                </a:cubicBezTo>
                <a:cubicBezTo>
                  <a:pt x="3245224" y="515471"/>
                  <a:pt x="3266169" y="530824"/>
                  <a:pt x="3281083" y="551330"/>
                </a:cubicBezTo>
                <a:cubicBezTo>
                  <a:pt x="3302338" y="580556"/>
                  <a:pt x="3318710" y="613136"/>
                  <a:pt x="3334871" y="645459"/>
                </a:cubicBezTo>
                <a:cubicBezTo>
                  <a:pt x="3382275" y="740268"/>
                  <a:pt x="3336397" y="687325"/>
                  <a:pt x="3388659" y="739589"/>
                </a:cubicBezTo>
                <a:cubicBezTo>
                  <a:pt x="3397152" y="782052"/>
                  <a:pt x="3410638" y="845724"/>
                  <a:pt x="3415553" y="887506"/>
                </a:cubicBezTo>
                <a:cubicBezTo>
                  <a:pt x="3421338" y="936676"/>
                  <a:pt x="3424518" y="986118"/>
                  <a:pt x="3429000" y="1035424"/>
                </a:cubicBezTo>
                <a:cubicBezTo>
                  <a:pt x="3424518" y="1165412"/>
                  <a:pt x="3431686" y="1296328"/>
                  <a:pt x="3415553" y="1425389"/>
                </a:cubicBezTo>
                <a:cubicBezTo>
                  <a:pt x="3413194" y="1444259"/>
                  <a:pt x="3387386" y="1451121"/>
                  <a:pt x="3375212" y="1465730"/>
                </a:cubicBezTo>
                <a:cubicBezTo>
                  <a:pt x="3364866" y="1478145"/>
                  <a:pt x="3359746" y="1494643"/>
                  <a:pt x="3348318" y="1506071"/>
                </a:cubicBezTo>
                <a:cubicBezTo>
                  <a:pt x="3326798" y="1527591"/>
                  <a:pt x="3263892" y="1578307"/>
                  <a:pt x="3227294" y="1586753"/>
                </a:cubicBezTo>
                <a:cubicBezTo>
                  <a:pt x="3187744" y="1595880"/>
                  <a:pt x="3146612" y="1595718"/>
                  <a:pt x="3106271" y="1600200"/>
                </a:cubicBezTo>
                <a:cubicBezTo>
                  <a:pt x="3092824" y="1604682"/>
                  <a:pt x="3080018" y="1612082"/>
                  <a:pt x="3065930" y="1613647"/>
                </a:cubicBezTo>
                <a:cubicBezTo>
                  <a:pt x="2851274" y="1637498"/>
                  <a:pt x="2259214" y="1639442"/>
                  <a:pt x="2205318" y="1640542"/>
                </a:cubicBezTo>
                <a:cubicBezTo>
                  <a:pt x="2159105" y="1649785"/>
                  <a:pt x="2128603" y="1654777"/>
                  <a:pt x="2084294" y="1667436"/>
                </a:cubicBezTo>
                <a:cubicBezTo>
                  <a:pt x="2070665" y="1671330"/>
                  <a:pt x="2057400" y="1676401"/>
                  <a:pt x="2043953" y="1680883"/>
                </a:cubicBezTo>
                <a:cubicBezTo>
                  <a:pt x="2026024" y="1694330"/>
                  <a:pt x="2006686" y="1706080"/>
                  <a:pt x="1990165" y="1721224"/>
                </a:cubicBezTo>
                <a:cubicBezTo>
                  <a:pt x="1944766" y="1762840"/>
                  <a:pt x="1887261" y="1811269"/>
                  <a:pt x="1855694" y="1869142"/>
                </a:cubicBezTo>
                <a:cubicBezTo>
                  <a:pt x="1836496" y="1904338"/>
                  <a:pt x="1819835" y="1940859"/>
                  <a:pt x="1801906" y="1976718"/>
                </a:cubicBezTo>
                <a:cubicBezTo>
                  <a:pt x="1798552" y="2006902"/>
                  <a:pt x="1786330" y="2136926"/>
                  <a:pt x="1775012" y="2178424"/>
                </a:cubicBezTo>
                <a:cubicBezTo>
                  <a:pt x="1768661" y="2201712"/>
                  <a:pt x="1757083" y="2223247"/>
                  <a:pt x="1748118" y="2245659"/>
                </a:cubicBezTo>
                <a:cubicBezTo>
                  <a:pt x="1743636" y="2299447"/>
                  <a:pt x="1737508" y="2353124"/>
                  <a:pt x="1734671" y="2407024"/>
                </a:cubicBezTo>
                <a:cubicBezTo>
                  <a:pt x="1727613" y="2541120"/>
                  <a:pt x="1738658" y="2698362"/>
                  <a:pt x="1707777" y="2837330"/>
                </a:cubicBezTo>
                <a:cubicBezTo>
                  <a:pt x="1704702" y="2851167"/>
                  <a:pt x="1698224" y="2864042"/>
                  <a:pt x="1694330" y="2877671"/>
                </a:cubicBezTo>
                <a:cubicBezTo>
                  <a:pt x="1658281" y="3003844"/>
                  <a:pt x="1709621" y="2850344"/>
                  <a:pt x="1653989" y="2998694"/>
                </a:cubicBezTo>
                <a:cubicBezTo>
                  <a:pt x="1637266" y="3043288"/>
                  <a:pt x="1710019" y="3023348"/>
                  <a:pt x="1667436" y="3052483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9BD6382D-EC98-A79D-EC50-F17B5C789612}"/>
              </a:ext>
            </a:extLst>
          </p:cNvPr>
          <p:cNvSpPr/>
          <p:nvPr/>
        </p:nvSpPr>
        <p:spPr>
          <a:xfrm>
            <a:off x="5821982" y="7247225"/>
            <a:ext cx="427270" cy="49304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56B8C082-9701-AD60-84DE-7C99B0D0FDAA}"/>
              </a:ext>
            </a:extLst>
          </p:cNvPr>
          <p:cNvSpPr/>
          <p:nvPr/>
        </p:nvSpPr>
        <p:spPr>
          <a:xfrm>
            <a:off x="8141519" y="4702396"/>
            <a:ext cx="427270" cy="49304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30E82D43-A37B-5406-ECC7-555FE04EDCDB}"/>
              </a:ext>
            </a:extLst>
          </p:cNvPr>
          <p:cNvSpPr/>
          <p:nvPr/>
        </p:nvSpPr>
        <p:spPr>
          <a:xfrm>
            <a:off x="7358663" y="5458090"/>
            <a:ext cx="427270" cy="49304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657544B1-A7C6-F28D-7FF4-683C868C583F}"/>
              </a:ext>
            </a:extLst>
          </p:cNvPr>
          <p:cNvSpPr/>
          <p:nvPr/>
        </p:nvSpPr>
        <p:spPr>
          <a:xfrm>
            <a:off x="4999695" y="5282423"/>
            <a:ext cx="427270" cy="49304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D6A4285B-7DF0-411A-D9CD-EA87F137606F}"/>
              </a:ext>
            </a:extLst>
          </p:cNvPr>
          <p:cNvSpPr/>
          <p:nvPr/>
        </p:nvSpPr>
        <p:spPr>
          <a:xfrm>
            <a:off x="6540137" y="6344682"/>
            <a:ext cx="427270" cy="49304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252644AB-0E49-A704-4007-50BB70D4EFD1}"/>
              </a:ext>
            </a:extLst>
          </p:cNvPr>
          <p:cNvSpPr/>
          <p:nvPr/>
        </p:nvSpPr>
        <p:spPr>
          <a:xfrm>
            <a:off x="5205556" y="3727121"/>
            <a:ext cx="427270" cy="49304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3812F85E-2EDC-8874-9B14-632379A0653A}"/>
              </a:ext>
            </a:extLst>
          </p:cNvPr>
          <p:cNvSpPr/>
          <p:nvPr/>
        </p:nvSpPr>
        <p:spPr>
          <a:xfrm>
            <a:off x="6772836" y="3917271"/>
            <a:ext cx="427270" cy="493043"/>
          </a:xfrm>
          <a:prstGeom prst="ellipse">
            <a:avLst/>
          </a:prstGeom>
          <a:solidFill>
            <a:schemeClr val="accent2"/>
          </a:solidFill>
          <a:ln w="762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560A738D-C7E1-7709-7C81-E7995E589AAD}"/>
              </a:ext>
            </a:extLst>
          </p:cNvPr>
          <p:cNvSpPr/>
          <p:nvPr/>
        </p:nvSpPr>
        <p:spPr>
          <a:xfrm>
            <a:off x="7785933" y="3189683"/>
            <a:ext cx="427270" cy="49304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9C75B8F3-234A-B266-8EF7-C623AAD9001B}"/>
              </a:ext>
            </a:extLst>
          </p:cNvPr>
          <p:cNvSpPr/>
          <p:nvPr/>
        </p:nvSpPr>
        <p:spPr>
          <a:xfrm>
            <a:off x="6480394" y="5522369"/>
            <a:ext cx="427270" cy="49304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3CE85CA4-FB87-F500-B18A-FB5C0926ABCC}"/>
              </a:ext>
            </a:extLst>
          </p:cNvPr>
          <p:cNvSpPr/>
          <p:nvPr/>
        </p:nvSpPr>
        <p:spPr>
          <a:xfrm>
            <a:off x="6030513" y="4702396"/>
            <a:ext cx="427270" cy="493043"/>
          </a:xfrm>
          <a:prstGeom prst="ellipse">
            <a:avLst/>
          </a:prstGeom>
          <a:solidFill>
            <a:schemeClr val="accent2"/>
          </a:solidFill>
          <a:ln w="762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F8632790-CFF1-F9E3-AD67-D80ECF86E84E}"/>
              </a:ext>
            </a:extLst>
          </p:cNvPr>
          <p:cNvSpPr/>
          <p:nvPr/>
        </p:nvSpPr>
        <p:spPr>
          <a:xfrm>
            <a:off x="5593932" y="6254960"/>
            <a:ext cx="427270" cy="493043"/>
          </a:xfrm>
          <a:prstGeom prst="ellipse">
            <a:avLst/>
          </a:prstGeom>
          <a:solidFill>
            <a:schemeClr val="accent2"/>
          </a:solidFill>
          <a:ln w="762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5E9AEEE1-DA87-074C-A2EE-7CD86240EEF6}"/>
              </a:ext>
            </a:extLst>
          </p:cNvPr>
          <p:cNvSpPr/>
          <p:nvPr/>
        </p:nvSpPr>
        <p:spPr>
          <a:xfrm>
            <a:off x="4717372" y="6837725"/>
            <a:ext cx="427270" cy="493043"/>
          </a:xfrm>
          <a:prstGeom prst="ellipse">
            <a:avLst/>
          </a:prstGeom>
          <a:solidFill>
            <a:schemeClr val="accent2"/>
          </a:solidFill>
          <a:ln w="762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843A76EE-DFF7-4C27-F163-AB7C852BB45F}"/>
              </a:ext>
            </a:extLst>
          </p:cNvPr>
          <p:cNvSpPr/>
          <p:nvPr/>
        </p:nvSpPr>
        <p:spPr>
          <a:xfrm>
            <a:off x="7273853" y="4638980"/>
            <a:ext cx="427270" cy="493043"/>
          </a:xfrm>
          <a:prstGeom prst="ellipse">
            <a:avLst/>
          </a:prstGeom>
          <a:solidFill>
            <a:schemeClr val="accent2"/>
          </a:solidFill>
          <a:ln w="762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45CD6A2F-0A1C-2BF1-CE63-02EE69E31461}"/>
                  </a:ext>
                </a:extLst>
              </p:cNvPr>
              <p:cNvSpPr txBox="1"/>
              <p:nvPr/>
            </p:nvSpPr>
            <p:spPr>
              <a:xfrm>
                <a:off x="7733762" y="3818486"/>
                <a:ext cx="911147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48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48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l-GR" sz="48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</m:oMath>
                  </m:oMathPara>
                </a14:m>
                <a:endParaRPr lang="en-CA" sz="4800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45CD6A2F-0A1C-2BF1-CE63-02EE69E31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3762" y="3818486"/>
                <a:ext cx="911147" cy="7386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7373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142</TotalTime>
  <Words>21</Words>
  <Application>Microsoft Office PowerPoint</Application>
  <PresentationFormat>Custom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Arshia Razavi</dc:creator>
  <cp:lastModifiedBy>Arshia Razavi</cp:lastModifiedBy>
  <cp:revision>6</cp:revision>
  <dcterms:created xsi:type="dcterms:W3CDTF">2025-01-28T21:57:31Z</dcterms:created>
  <dcterms:modified xsi:type="dcterms:W3CDTF">2025-06-05T08:29:36Z</dcterms:modified>
</cp:coreProperties>
</file>