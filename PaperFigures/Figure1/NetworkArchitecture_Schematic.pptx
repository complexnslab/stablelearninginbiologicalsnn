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E61A0-52E8-4F42-84FB-E22CD9E1C438}" v="2" dt="2025-01-28T20:29:5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>
        <p:scale>
          <a:sx n="45" d="100"/>
          <a:sy n="45" d="100"/>
        </p:scale>
        <p:origin x="306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8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3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0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2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9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7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0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5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69866-6C06-4D44-89CE-A7278862EB4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1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val 103">
            <a:extLst>
              <a:ext uri="{FF2B5EF4-FFF2-40B4-BE49-F238E27FC236}">
                <a16:creationId xmlns:a16="http://schemas.microsoft.com/office/drawing/2014/main" id="{8CA8B585-E86B-BB6D-8749-79112FCB23E7}"/>
              </a:ext>
            </a:extLst>
          </p:cNvPr>
          <p:cNvSpPr/>
          <p:nvPr/>
        </p:nvSpPr>
        <p:spPr>
          <a:xfrm>
            <a:off x="2799820" y="2357795"/>
            <a:ext cx="6652349" cy="105040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759440A-DABE-7AA9-F070-4EF941083479}"/>
              </a:ext>
            </a:extLst>
          </p:cNvPr>
          <p:cNvSpPr/>
          <p:nvPr/>
        </p:nvSpPr>
        <p:spPr>
          <a:xfrm>
            <a:off x="6292627" y="3473457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A262E94-B8C2-3008-02C3-770919CB7CC0}"/>
              </a:ext>
            </a:extLst>
          </p:cNvPr>
          <p:cNvSpPr/>
          <p:nvPr/>
        </p:nvSpPr>
        <p:spPr>
          <a:xfrm>
            <a:off x="4484188" y="665376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294C5E-0BF6-4C94-907E-6E93C4FC24E9}"/>
              </a:ext>
            </a:extLst>
          </p:cNvPr>
          <p:cNvSpPr/>
          <p:nvPr/>
        </p:nvSpPr>
        <p:spPr>
          <a:xfrm>
            <a:off x="6104604" y="8469297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1326299-36C0-6275-A9A7-B0AD374CE28A}"/>
              </a:ext>
            </a:extLst>
          </p:cNvPr>
          <p:cNvSpPr/>
          <p:nvPr/>
        </p:nvSpPr>
        <p:spPr>
          <a:xfrm>
            <a:off x="3440459" y="8541502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22F4D34-5FA9-AFFC-AEE7-9FAE3B6C96E2}"/>
              </a:ext>
            </a:extLst>
          </p:cNvPr>
          <p:cNvSpPr/>
          <p:nvPr/>
        </p:nvSpPr>
        <p:spPr>
          <a:xfrm>
            <a:off x="4225771" y="451444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5196282-73B3-1CD4-D015-E08D579B9304}"/>
              </a:ext>
            </a:extLst>
          </p:cNvPr>
          <p:cNvSpPr/>
          <p:nvPr/>
        </p:nvSpPr>
        <p:spPr>
          <a:xfrm>
            <a:off x="6830415" y="662804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7FDDD74-59C5-8E00-7902-0E4212E58EC1}"/>
              </a:ext>
            </a:extLst>
          </p:cNvPr>
          <p:cNvSpPr/>
          <p:nvPr/>
        </p:nvSpPr>
        <p:spPr>
          <a:xfrm>
            <a:off x="5100646" y="1066244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36E24A5-0AEE-C0B8-9C3D-FCF92EA864B9}"/>
              </a:ext>
            </a:extLst>
          </p:cNvPr>
          <p:cNvSpPr/>
          <p:nvPr/>
        </p:nvSpPr>
        <p:spPr>
          <a:xfrm>
            <a:off x="6919969" y="1089843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816926E-D054-1AB0-4620-23EB715A14C7}"/>
              </a:ext>
            </a:extLst>
          </p:cNvPr>
          <p:cNvSpPr/>
          <p:nvPr/>
        </p:nvSpPr>
        <p:spPr>
          <a:xfrm>
            <a:off x="8281373" y="759118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F556FC9-93E4-4718-845D-B9B275345EC1}"/>
              </a:ext>
            </a:extLst>
          </p:cNvPr>
          <p:cNvSpPr/>
          <p:nvPr/>
        </p:nvSpPr>
        <p:spPr>
          <a:xfrm>
            <a:off x="8073232" y="470797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C4ED5D4-86DE-E14A-79E4-E7C7EE455C11}"/>
              </a:ext>
            </a:extLst>
          </p:cNvPr>
          <p:cNvSpPr/>
          <p:nvPr/>
        </p:nvSpPr>
        <p:spPr>
          <a:xfrm>
            <a:off x="10370601" y="4854315"/>
            <a:ext cx="3683720" cy="501440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6898E45-FA47-CE28-60E7-B45847E54CBF}"/>
              </a:ext>
            </a:extLst>
          </p:cNvPr>
          <p:cNvSpPr/>
          <p:nvPr/>
        </p:nvSpPr>
        <p:spPr>
          <a:xfrm>
            <a:off x="11707294" y="5635459"/>
            <a:ext cx="427270" cy="49304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2DBF5FB-3F9D-547F-5A83-6CD5724240EF}"/>
              </a:ext>
            </a:extLst>
          </p:cNvPr>
          <p:cNvSpPr/>
          <p:nvPr/>
        </p:nvSpPr>
        <p:spPr>
          <a:xfrm>
            <a:off x="12510715" y="661767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EBF487F-97F6-9419-4AD9-506292D27DE5}"/>
              </a:ext>
            </a:extLst>
          </p:cNvPr>
          <p:cNvSpPr/>
          <p:nvPr/>
        </p:nvSpPr>
        <p:spPr>
          <a:xfrm>
            <a:off x="11133031" y="784521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971F047-DEA8-8582-0FBA-7095DF6A9117}"/>
              </a:ext>
            </a:extLst>
          </p:cNvPr>
          <p:cNvSpPr/>
          <p:nvPr/>
        </p:nvSpPr>
        <p:spPr>
          <a:xfrm>
            <a:off x="12297081" y="846179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E37D7A9-90EE-AAC0-848E-FDDE79C93741}"/>
              </a:ext>
            </a:extLst>
          </p:cNvPr>
          <p:cNvSpPr/>
          <p:nvPr/>
        </p:nvSpPr>
        <p:spPr>
          <a:xfrm>
            <a:off x="12888510" y="7483147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2F537DE-FBA5-3F8A-E7FB-C7A1344A865E}"/>
              </a:ext>
            </a:extLst>
          </p:cNvPr>
          <p:cNvSpPr txBox="1"/>
          <p:nvPr/>
        </p:nvSpPr>
        <p:spPr>
          <a:xfrm>
            <a:off x="4333155" y="923773"/>
            <a:ext cx="3336170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b="1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01D7F72-C93A-6275-8A88-A6E8018D3DA4}"/>
              </a:ext>
            </a:extLst>
          </p:cNvPr>
          <p:cNvSpPr txBox="1"/>
          <p:nvPr/>
        </p:nvSpPr>
        <p:spPr>
          <a:xfrm>
            <a:off x="10715898" y="3371173"/>
            <a:ext cx="2993127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31EA8BA-C620-23F1-54B9-20C68DD73DC3}"/>
              </a:ext>
            </a:extLst>
          </p:cNvPr>
          <p:cNvCxnSpPr>
            <a:cxnSpLocks/>
            <a:stCxn id="107" idx="5"/>
            <a:endCxn id="112" idx="1"/>
          </p:cNvCxnSpPr>
          <p:nvPr/>
        </p:nvCxnSpPr>
        <p:spPr>
          <a:xfrm>
            <a:off x="6469302" y="8890136"/>
            <a:ext cx="513240" cy="208050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59A8A7E-828F-A255-4714-DB97AFFDF284}"/>
              </a:ext>
            </a:extLst>
          </p:cNvPr>
          <p:cNvCxnSpPr>
            <a:cxnSpLocks/>
            <a:stCxn id="112" idx="7"/>
            <a:endCxn id="113" idx="3"/>
          </p:cNvCxnSpPr>
          <p:nvPr/>
        </p:nvCxnSpPr>
        <p:spPr>
          <a:xfrm flipV="1">
            <a:off x="7284667" y="8012019"/>
            <a:ext cx="1059279" cy="2958621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A00C6D8-FF42-4A38-6D10-2E30849B6C5A}"/>
              </a:ext>
            </a:extLst>
          </p:cNvPr>
          <p:cNvCxnSpPr>
            <a:cxnSpLocks/>
            <a:stCxn id="107" idx="3"/>
            <a:endCxn id="111" idx="7"/>
          </p:cNvCxnSpPr>
          <p:nvPr/>
        </p:nvCxnSpPr>
        <p:spPr>
          <a:xfrm flipH="1">
            <a:off x="5465343" y="8890134"/>
            <a:ext cx="701833" cy="184451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8B45F1F-905C-3F61-3685-64E9942AE018}"/>
              </a:ext>
            </a:extLst>
          </p:cNvPr>
          <p:cNvCxnSpPr>
            <a:cxnSpLocks/>
            <a:stCxn id="111" idx="1"/>
            <a:endCxn id="108" idx="5"/>
          </p:cNvCxnSpPr>
          <p:nvPr/>
        </p:nvCxnSpPr>
        <p:spPr>
          <a:xfrm flipH="1" flipV="1">
            <a:off x="3805158" y="8962341"/>
            <a:ext cx="1358061" cy="1772313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5E3C710-EB7F-440C-D968-D43D4953D5D6}"/>
              </a:ext>
            </a:extLst>
          </p:cNvPr>
          <p:cNvCxnSpPr>
            <a:cxnSpLocks/>
            <a:stCxn id="108" idx="7"/>
            <a:endCxn id="106" idx="3"/>
          </p:cNvCxnSpPr>
          <p:nvPr/>
        </p:nvCxnSpPr>
        <p:spPr>
          <a:xfrm flipV="1">
            <a:off x="3805158" y="7074606"/>
            <a:ext cx="741601" cy="1539098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C6B9027-291C-B340-B39F-40454C853324}"/>
              </a:ext>
            </a:extLst>
          </p:cNvPr>
          <p:cNvCxnSpPr>
            <a:cxnSpLocks/>
            <a:stCxn id="109" idx="4"/>
            <a:endCxn id="106" idx="1"/>
          </p:cNvCxnSpPr>
          <p:nvPr/>
        </p:nvCxnSpPr>
        <p:spPr>
          <a:xfrm>
            <a:off x="4439404" y="5007486"/>
            <a:ext cx="107354" cy="171848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DF7AA0C-DF7F-1899-EFDE-FD91F7C32400}"/>
              </a:ext>
            </a:extLst>
          </p:cNvPr>
          <p:cNvCxnSpPr>
            <a:cxnSpLocks/>
            <a:stCxn id="105" idx="4"/>
            <a:endCxn id="110" idx="1"/>
          </p:cNvCxnSpPr>
          <p:nvPr/>
        </p:nvCxnSpPr>
        <p:spPr>
          <a:xfrm>
            <a:off x="6506261" y="3966499"/>
            <a:ext cx="386727" cy="2733742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E29B024-560A-13CD-9D26-B4048ADE34DE}"/>
              </a:ext>
            </a:extLst>
          </p:cNvPr>
          <p:cNvCxnSpPr>
            <a:cxnSpLocks/>
            <a:stCxn id="105" idx="5"/>
            <a:endCxn id="114" idx="1"/>
          </p:cNvCxnSpPr>
          <p:nvPr/>
        </p:nvCxnSpPr>
        <p:spPr>
          <a:xfrm>
            <a:off x="6657322" y="3894293"/>
            <a:ext cx="1478480" cy="88587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9FC445B-0D5E-7198-DCA4-1DB4D51ECEF5}"/>
              </a:ext>
            </a:extLst>
          </p:cNvPr>
          <p:cNvCxnSpPr>
            <a:cxnSpLocks/>
            <a:stCxn id="109" idx="6"/>
            <a:endCxn id="105" idx="2"/>
          </p:cNvCxnSpPr>
          <p:nvPr/>
        </p:nvCxnSpPr>
        <p:spPr>
          <a:xfrm flipV="1">
            <a:off x="4653040" y="3719981"/>
            <a:ext cx="1639586" cy="1040987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5DB9703-18F6-FFA4-A1E7-0E7D2872DB49}"/>
              </a:ext>
            </a:extLst>
          </p:cNvPr>
          <p:cNvCxnSpPr>
            <a:cxnSpLocks/>
            <a:stCxn id="113" idx="2"/>
            <a:endCxn id="110" idx="5"/>
          </p:cNvCxnSpPr>
          <p:nvPr/>
        </p:nvCxnSpPr>
        <p:spPr>
          <a:xfrm flipH="1" flipV="1">
            <a:off x="7195112" y="7048874"/>
            <a:ext cx="1086261" cy="78882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3AD624A-9038-517F-8D26-03D2905756F4}"/>
              </a:ext>
            </a:extLst>
          </p:cNvPr>
          <p:cNvCxnSpPr>
            <a:cxnSpLocks/>
            <a:stCxn id="114" idx="2"/>
            <a:endCxn id="106" idx="6"/>
          </p:cNvCxnSpPr>
          <p:nvPr/>
        </p:nvCxnSpPr>
        <p:spPr>
          <a:xfrm flipH="1">
            <a:off x="4911455" y="4954486"/>
            <a:ext cx="3161776" cy="1945800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107F9DB-C810-4258-E058-8A4AA8180E24}"/>
              </a:ext>
            </a:extLst>
          </p:cNvPr>
          <p:cNvCxnSpPr>
            <a:cxnSpLocks/>
            <a:stCxn id="106" idx="5"/>
            <a:endCxn id="107" idx="1"/>
          </p:cNvCxnSpPr>
          <p:nvPr/>
        </p:nvCxnSpPr>
        <p:spPr>
          <a:xfrm>
            <a:off x="4848885" y="7074607"/>
            <a:ext cx="1318293" cy="146689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DFF09B7-7656-F52E-1CF7-D3324079201B}"/>
              </a:ext>
            </a:extLst>
          </p:cNvPr>
          <p:cNvCxnSpPr>
            <a:cxnSpLocks/>
            <a:stCxn id="110" idx="3"/>
            <a:endCxn id="107" idx="7"/>
          </p:cNvCxnSpPr>
          <p:nvPr/>
        </p:nvCxnSpPr>
        <p:spPr>
          <a:xfrm flipH="1">
            <a:off x="6469300" y="7048878"/>
            <a:ext cx="423684" cy="1492623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ADADAE6-5974-93C2-2DEA-A30CE4A56909}"/>
              </a:ext>
            </a:extLst>
          </p:cNvPr>
          <p:cNvCxnSpPr>
            <a:cxnSpLocks/>
            <a:stCxn id="112" idx="6"/>
            <a:endCxn id="120" idx="2"/>
          </p:cNvCxnSpPr>
          <p:nvPr/>
        </p:nvCxnSpPr>
        <p:spPr>
          <a:xfrm flipV="1">
            <a:off x="7347238" y="7729668"/>
            <a:ext cx="5541272" cy="3415290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82154E3-2627-DA55-5BBA-423496AF83E0}"/>
              </a:ext>
            </a:extLst>
          </p:cNvPr>
          <p:cNvCxnSpPr>
            <a:cxnSpLocks/>
            <a:stCxn id="105" idx="6"/>
            <a:endCxn id="116" idx="1"/>
          </p:cNvCxnSpPr>
          <p:nvPr/>
        </p:nvCxnSpPr>
        <p:spPr>
          <a:xfrm>
            <a:off x="6719899" y="3719976"/>
            <a:ext cx="5049969" cy="1987682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D78D1EE-B4F9-B4A5-49E3-EA7116257359}"/>
              </a:ext>
            </a:extLst>
          </p:cNvPr>
          <p:cNvCxnSpPr>
            <a:cxnSpLocks/>
            <a:stCxn id="107" idx="6"/>
            <a:endCxn id="118" idx="2"/>
          </p:cNvCxnSpPr>
          <p:nvPr/>
        </p:nvCxnSpPr>
        <p:spPr>
          <a:xfrm flipV="1">
            <a:off x="6531878" y="8091735"/>
            <a:ext cx="4601155" cy="624084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F6EF213-3610-F1AA-866C-DAF8585DAA7B}"/>
              </a:ext>
            </a:extLst>
          </p:cNvPr>
          <p:cNvCxnSpPr>
            <a:cxnSpLocks/>
            <a:stCxn id="109" idx="5"/>
            <a:endCxn id="117" idx="2"/>
          </p:cNvCxnSpPr>
          <p:nvPr/>
        </p:nvCxnSpPr>
        <p:spPr>
          <a:xfrm>
            <a:off x="4590467" y="4935281"/>
            <a:ext cx="7920246" cy="1928912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F5922D8-0286-73AD-8AA0-9388BE663B85}"/>
              </a:ext>
            </a:extLst>
          </p:cNvPr>
          <p:cNvCxnSpPr>
            <a:cxnSpLocks/>
            <a:stCxn id="106" idx="6"/>
            <a:endCxn id="116" idx="3"/>
          </p:cNvCxnSpPr>
          <p:nvPr/>
        </p:nvCxnSpPr>
        <p:spPr>
          <a:xfrm flipV="1">
            <a:off x="4911454" y="6056294"/>
            <a:ext cx="6858408" cy="84399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087BD8C-FF1E-E739-7DEB-5F457823A5C6}"/>
              </a:ext>
            </a:extLst>
          </p:cNvPr>
          <p:cNvCxnSpPr>
            <a:cxnSpLocks/>
            <a:stCxn id="111" idx="6"/>
            <a:endCxn id="119" idx="3"/>
          </p:cNvCxnSpPr>
          <p:nvPr/>
        </p:nvCxnSpPr>
        <p:spPr>
          <a:xfrm flipV="1">
            <a:off x="5527918" y="8882634"/>
            <a:ext cx="6831737" cy="202633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3C90467-24E5-5B8E-3929-696E479FFE3E}"/>
              </a:ext>
            </a:extLst>
          </p:cNvPr>
          <p:cNvCxnSpPr>
            <a:cxnSpLocks/>
            <a:stCxn id="110" idx="6"/>
            <a:endCxn id="118" idx="2"/>
          </p:cNvCxnSpPr>
          <p:nvPr/>
        </p:nvCxnSpPr>
        <p:spPr>
          <a:xfrm>
            <a:off x="7257683" y="6874557"/>
            <a:ext cx="3875346" cy="121717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0681DFD-077D-4116-B8CC-A768644E0F16}"/>
              </a:ext>
            </a:extLst>
          </p:cNvPr>
          <p:cNvCxnSpPr>
            <a:cxnSpLocks/>
            <a:stCxn id="116" idx="2"/>
            <a:endCxn id="109" idx="6"/>
          </p:cNvCxnSpPr>
          <p:nvPr/>
        </p:nvCxnSpPr>
        <p:spPr>
          <a:xfrm flipH="1" flipV="1">
            <a:off x="4653042" y="4760966"/>
            <a:ext cx="7054253" cy="1121013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0A8E424-8501-0BCE-66E1-2B1A3043A33D}"/>
              </a:ext>
            </a:extLst>
          </p:cNvPr>
          <p:cNvCxnSpPr>
            <a:cxnSpLocks/>
            <a:stCxn id="117" idx="3"/>
            <a:endCxn id="108" idx="6"/>
          </p:cNvCxnSpPr>
          <p:nvPr/>
        </p:nvCxnSpPr>
        <p:spPr>
          <a:xfrm flipH="1">
            <a:off x="3867727" y="7038510"/>
            <a:ext cx="8705558" cy="1749513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0AA70B3-8AFD-8359-F5ED-6315B1476167}"/>
              </a:ext>
            </a:extLst>
          </p:cNvPr>
          <p:cNvCxnSpPr>
            <a:cxnSpLocks/>
            <a:stCxn id="118" idx="3"/>
            <a:endCxn id="112" idx="6"/>
          </p:cNvCxnSpPr>
          <p:nvPr/>
        </p:nvCxnSpPr>
        <p:spPr>
          <a:xfrm flipH="1">
            <a:off x="7347237" y="8266053"/>
            <a:ext cx="3848365" cy="2878905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5714C56-0E19-80E1-1D88-1FB32284BC71}"/>
              </a:ext>
            </a:extLst>
          </p:cNvPr>
          <p:cNvCxnSpPr>
            <a:cxnSpLocks/>
            <a:stCxn id="119" idx="2"/>
            <a:endCxn id="107" idx="5"/>
          </p:cNvCxnSpPr>
          <p:nvPr/>
        </p:nvCxnSpPr>
        <p:spPr>
          <a:xfrm flipH="1">
            <a:off x="6469301" y="8708313"/>
            <a:ext cx="5827779" cy="181820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6CDFEE5-6CBF-6FB9-3E0F-1E63A7FB73D6}"/>
              </a:ext>
            </a:extLst>
          </p:cNvPr>
          <p:cNvCxnSpPr>
            <a:cxnSpLocks/>
            <a:stCxn id="120" idx="1"/>
            <a:endCxn id="113" idx="5"/>
          </p:cNvCxnSpPr>
          <p:nvPr/>
        </p:nvCxnSpPr>
        <p:spPr>
          <a:xfrm flipH="1">
            <a:off x="8646073" y="7555352"/>
            <a:ext cx="4305011" cy="456667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Arrow: Curved Right 269">
            <a:extLst>
              <a:ext uri="{FF2B5EF4-FFF2-40B4-BE49-F238E27FC236}">
                <a16:creationId xmlns:a16="http://schemas.microsoft.com/office/drawing/2014/main" id="{74508069-9B01-2248-CDE9-EE47ADEBC8B8}"/>
              </a:ext>
            </a:extLst>
          </p:cNvPr>
          <p:cNvSpPr/>
          <p:nvPr/>
        </p:nvSpPr>
        <p:spPr>
          <a:xfrm>
            <a:off x="715333" y="5469351"/>
            <a:ext cx="2333502" cy="4651675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149" name="Arrow: Curved Right 270">
            <a:extLst>
              <a:ext uri="{FF2B5EF4-FFF2-40B4-BE49-F238E27FC236}">
                <a16:creationId xmlns:a16="http://schemas.microsoft.com/office/drawing/2014/main" id="{FFBBE029-5A1B-53BE-0E75-EF4C6B2561B0}"/>
              </a:ext>
            </a:extLst>
          </p:cNvPr>
          <p:cNvSpPr/>
          <p:nvPr/>
        </p:nvSpPr>
        <p:spPr>
          <a:xfrm rot="3775958" flipH="1">
            <a:off x="9812009" y="8851546"/>
            <a:ext cx="2043224" cy="6062906"/>
          </a:xfrm>
          <a:prstGeom prst="curvedRightArrow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150" name="Arrow: Curved Right 271">
            <a:extLst>
              <a:ext uri="{FF2B5EF4-FFF2-40B4-BE49-F238E27FC236}">
                <a16:creationId xmlns:a16="http://schemas.microsoft.com/office/drawing/2014/main" id="{0DEF8CB4-138A-44C4-338A-33480E74646C}"/>
              </a:ext>
            </a:extLst>
          </p:cNvPr>
          <p:cNvSpPr/>
          <p:nvPr/>
        </p:nvSpPr>
        <p:spPr>
          <a:xfrm rot="14602921">
            <a:off x="9483258" y="8485896"/>
            <a:ext cx="2528795" cy="7480318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6FA5D1-E70E-7441-AB63-98B4800645A5}"/>
                  </a:ext>
                </a:extLst>
              </p:cNvPr>
              <p:cNvSpPr txBox="1"/>
              <p:nvPr/>
            </p:nvSpPr>
            <p:spPr>
              <a:xfrm>
                <a:off x="9195357" y="11307558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𝒆𝒊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6FA5D1-E70E-7441-AB63-98B48006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357" y="11307558"/>
                <a:ext cx="1212063" cy="830997"/>
              </a:xfrm>
              <a:prstGeom prst="rect">
                <a:avLst/>
              </a:prstGeom>
              <a:blipFill>
                <a:blip r:embed="rId2"/>
                <a:stretch>
                  <a:fillRect l="-9278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3284F81-469F-F9AE-116E-EC4693F8DCA7}"/>
                  </a:ext>
                </a:extLst>
              </p:cNvPr>
              <p:cNvSpPr txBox="1"/>
              <p:nvPr/>
            </p:nvSpPr>
            <p:spPr>
              <a:xfrm>
                <a:off x="12345052" y="12443997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𝒊𝒆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3284F81-469F-F9AE-116E-EC4693F8D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5052" y="12443997"/>
                <a:ext cx="1212063" cy="830997"/>
              </a:xfrm>
              <a:prstGeom prst="rect">
                <a:avLst/>
              </a:prstGeom>
              <a:blipFill>
                <a:blip r:embed="rId3"/>
                <a:stretch>
                  <a:fillRect l="-10417" b="-1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C2AF8DF-44DF-6A22-BFC4-6B89EF53345B}"/>
                  </a:ext>
                </a:extLst>
              </p:cNvPr>
              <p:cNvSpPr txBox="1"/>
              <p:nvPr/>
            </p:nvSpPr>
            <p:spPr>
              <a:xfrm>
                <a:off x="481354" y="4387531"/>
                <a:ext cx="20600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𝒆𝒆</m:t>
                          </m:r>
                        </m:sub>
                      </m:sSub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C2AF8DF-44DF-6A22-BFC4-6B89EF533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54" y="4387531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 l="-5488" r="-610" b="-28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39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13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2025-01-28T20:23:53Z</dcterms:created>
  <dcterms:modified xsi:type="dcterms:W3CDTF">2025-01-28T20:30:39Z</dcterms:modified>
</cp:coreProperties>
</file>