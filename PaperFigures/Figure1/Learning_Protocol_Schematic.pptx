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93F86-53A3-476F-B14D-A572B84A9DFD}" v="12" dt="2025-02-03T17:19:06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 varScale="1">
        <p:scale>
          <a:sx n="95" d="100"/>
          <a:sy n="95" d="100"/>
        </p:scale>
        <p:origin x="96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a Razavi" userId="904038e0-47ff-4f77-ac26-7244a83cfac5" providerId="ADAL" clId="{1EC48727-9AED-D34B-9364-B026A9BCCBD1}"/>
    <pc:docChg chg="undo custSel modSld">
      <pc:chgData name="Arshia Razavi" userId="904038e0-47ff-4f77-ac26-7244a83cfac5" providerId="ADAL" clId="{1EC48727-9AED-D34B-9364-B026A9BCCBD1}" dt="2025-01-28T23:04:29.058" v="12" actId="14100"/>
      <pc:docMkLst>
        <pc:docMk/>
      </pc:docMkLst>
      <pc:sldChg chg="modSp mod">
        <pc:chgData name="Arshia Razavi" userId="904038e0-47ff-4f77-ac26-7244a83cfac5" providerId="ADAL" clId="{1EC48727-9AED-D34B-9364-B026A9BCCBD1}" dt="2025-01-28T23:04:29.058" v="12" actId="14100"/>
        <pc:sldMkLst>
          <pc:docMk/>
          <pc:sldMk cId="4205081063" sldId="256"/>
        </pc:sldMkLst>
        <pc:spChg chg="mod">
          <ac:chgData name="Arshia Razavi" userId="904038e0-47ff-4f77-ac26-7244a83cfac5" providerId="ADAL" clId="{1EC48727-9AED-D34B-9364-B026A9BCCBD1}" dt="2025-01-28T23:03:44.843" v="2" actId="14100"/>
          <ac:spMkLst>
            <pc:docMk/>
            <pc:sldMk cId="4205081063" sldId="256"/>
            <ac:spMk id="45" creationId="{76D3321D-A505-EDD5-DB4E-1AF3D0227AD6}"/>
          </ac:spMkLst>
        </pc:spChg>
        <pc:spChg chg="mod">
          <ac:chgData name="Arshia Razavi" userId="904038e0-47ff-4f77-ac26-7244a83cfac5" providerId="ADAL" clId="{1EC48727-9AED-D34B-9364-B026A9BCCBD1}" dt="2025-01-28T23:04:08.636" v="7" actId="14100"/>
          <ac:spMkLst>
            <pc:docMk/>
            <pc:sldMk cId="4205081063" sldId="256"/>
            <ac:spMk id="46" creationId="{3F05196D-A0C8-A210-97C1-8328DE93308B}"/>
          </ac:spMkLst>
        </pc:spChg>
        <pc:spChg chg="mod">
          <ac:chgData name="Arshia Razavi" userId="904038e0-47ff-4f77-ac26-7244a83cfac5" providerId="ADAL" clId="{1EC48727-9AED-D34B-9364-B026A9BCCBD1}" dt="2025-01-28T23:04:11.859" v="8" actId="14100"/>
          <ac:spMkLst>
            <pc:docMk/>
            <pc:sldMk cId="4205081063" sldId="256"/>
            <ac:spMk id="63" creationId="{977CEACB-EBFE-2007-5D78-981B83F36A2A}"/>
          </ac:spMkLst>
        </pc:spChg>
        <pc:spChg chg="mod">
          <ac:chgData name="Arshia Razavi" userId="904038e0-47ff-4f77-ac26-7244a83cfac5" providerId="ADAL" clId="{1EC48727-9AED-D34B-9364-B026A9BCCBD1}" dt="2025-01-28T23:04:18.307" v="9" actId="14100"/>
          <ac:spMkLst>
            <pc:docMk/>
            <pc:sldMk cId="4205081063" sldId="256"/>
            <ac:spMk id="64" creationId="{52956594-D64D-1444-84EC-F404944EFFC4}"/>
          </ac:spMkLst>
        </pc:spChg>
        <pc:spChg chg="mod">
          <ac:chgData name="Arshia Razavi" userId="904038e0-47ff-4f77-ac26-7244a83cfac5" providerId="ADAL" clId="{1EC48727-9AED-D34B-9364-B026A9BCCBD1}" dt="2025-01-28T23:04:18.911" v="10" actId="1076"/>
          <ac:spMkLst>
            <pc:docMk/>
            <pc:sldMk cId="4205081063" sldId="256"/>
            <ac:spMk id="71" creationId="{361CEAFF-89C3-C683-4125-B77D47D0A034}"/>
          </ac:spMkLst>
        </pc:spChg>
        <pc:spChg chg="mod">
          <ac:chgData name="Arshia Razavi" userId="904038e0-47ff-4f77-ac26-7244a83cfac5" providerId="ADAL" clId="{1EC48727-9AED-D34B-9364-B026A9BCCBD1}" dt="2025-01-28T23:04:24.723" v="11" actId="14100"/>
          <ac:spMkLst>
            <pc:docMk/>
            <pc:sldMk cId="4205081063" sldId="256"/>
            <ac:spMk id="75" creationId="{724611C8-897C-63F0-087C-34816D53CD88}"/>
          </ac:spMkLst>
        </pc:spChg>
        <pc:spChg chg="mod">
          <ac:chgData name="Arshia Razavi" userId="904038e0-47ff-4f77-ac26-7244a83cfac5" providerId="ADAL" clId="{1EC48727-9AED-D34B-9364-B026A9BCCBD1}" dt="2025-01-28T23:04:29.058" v="12" actId="14100"/>
          <ac:spMkLst>
            <pc:docMk/>
            <pc:sldMk cId="4205081063" sldId="256"/>
            <ac:spMk id="76" creationId="{4D5ADA9A-ED1A-5F5C-1A54-D023FF4B29A4}"/>
          </ac:spMkLst>
        </pc:spChg>
      </pc:sldChg>
    </pc:docChg>
  </pc:docChgLst>
  <pc:docChgLst>
    <pc:chgData name="Arshia Razavi" userId="904038e0-47ff-4f77-ac26-7244a83cfac5" providerId="ADAL" clId="{4D193F86-53A3-476F-B14D-A572B84A9DFD}"/>
    <pc:docChg chg="undo custSel modSld modMainMaster">
      <pc:chgData name="Arshia Razavi" userId="904038e0-47ff-4f77-ac26-7244a83cfac5" providerId="ADAL" clId="{4D193F86-53A3-476F-B14D-A572B84A9DFD}" dt="2025-02-03T17:20:05.183" v="86" actId="208"/>
      <pc:docMkLst>
        <pc:docMk/>
      </pc:docMkLst>
      <pc:sldChg chg="addSp delSp modSp mod">
        <pc:chgData name="Arshia Razavi" userId="904038e0-47ff-4f77-ac26-7244a83cfac5" providerId="ADAL" clId="{4D193F86-53A3-476F-B14D-A572B84A9DFD}" dt="2025-02-03T17:20:05.183" v="86" actId="208"/>
        <pc:sldMkLst>
          <pc:docMk/>
          <pc:sldMk cId="4205081063" sldId="256"/>
        </pc:sldMkLst>
        <pc:spChg chg="add del mod">
          <ac:chgData name="Arshia Razavi" userId="904038e0-47ff-4f77-ac26-7244a83cfac5" providerId="ADAL" clId="{4D193F86-53A3-476F-B14D-A572B84A9DFD}" dt="2025-02-03T17:16:52.132" v="29" actId="478"/>
          <ac:spMkLst>
            <pc:docMk/>
            <pc:sldMk cId="4205081063" sldId="256"/>
            <ac:spMk id="2" creationId="{B913C7A2-7B1F-2BF1-43E7-C30E00531231}"/>
          </ac:spMkLst>
        </pc:spChg>
        <pc:spChg chg="add del mod">
          <ac:chgData name="Arshia Razavi" userId="904038e0-47ff-4f77-ac26-7244a83cfac5" providerId="ADAL" clId="{4D193F86-53A3-476F-B14D-A572B84A9DFD}" dt="2025-02-03T17:16:52.588" v="30" actId="478"/>
          <ac:spMkLst>
            <pc:docMk/>
            <pc:sldMk cId="4205081063" sldId="256"/>
            <ac:spMk id="3" creationId="{27E59029-B3B2-96BC-9274-C4C1550635FF}"/>
          </ac:spMkLst>
        </pc:spChg>
        <pc:spChg chg="add del mod">
          <ac:chgData name="Arshia Razavi" userId="904038e0-47ff-4f77-ac26-7244a83cfac5" providerId="ADAL" clId="{4D193F86-53A3-476F-B14D-A572B84A9DFD}" dt="2025-02-03T17:16:54.308" v="32" actId="478"/>
          <ac:spMkLst>
            <pc:docMk/>
            <pc:sldMk cId="4205081063" sldId="256"/>
            <ac:spMk id="5" creationId="{B2787DEA-BF9C-5BA1-002A-943614556879}"/>
          </ac:spMkLst>
        </pc:spChg>
        <pc:spChg chg="add mod">
          <ac:chgData name="Arshia Razavi" userId="904038e0-47ff-4f77-ac26-7244a83cfac5" providerId="ADAL" clId="{4D193F86-53A3-476F-B14D-A572B84A9DFD}" dt="2025-02-03T17:17:20.559" v="52" actId="1076"/>
          <ac:spMkLst>
            <pc:docMk/>
            <pc:sldMk cId="4205081063" sldId="256"/>
            <ac:spMk id="6" creationId="{81761BC6-E3C5-9211-1445-2EC625B13CEB}"/>
          </ac:spMkLst>
        </pc:spChg>
        <pc:spChg chg="add mod">
          <ac:chgData name="Arshia Razavi" userId="904038e0-47ff-4f77-ac26-7244a83cfac5" providerId="ADAL" clId="{4D193F86-53A3-476F-B14D-A572B84A9DFD}" dt="2025-02-03T17:19:44.864" v="82" actId="208"/>
          <ac:spMkLst>
            <pc:docMk/>
            <pc:sldMk cId="4205081063" sldId="256"/>
            <ac:spMk id="7" creationId="{3090835F-0360-C61F-E500-26E886FBF040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8" creationId="{DC7708E0-EDCB-B3DB-4B89-2486086AF6D9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9" creationId="{F43B481B-3DF4-0573-EE74-B0F676B0A98A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1" creationId="{69DEC0B4-07FE-8643-F883-BB447DA26020}"/>
          </ac:spMkLst>
        </pc:spChg>
        <pc:spChg chg="add mod">
          <ac:chgData name="Arshia Razavi" userId="904038e0-47ff-4f77-ac26-7244a83cfac5" providerId="ADAL" clId="{4D193F86-53A3-476F-B14D-A572B84A9DFD}" dt="2025-02-03T17:19:52.244" v="83" actId="208"/>
          <ac:spMkLst>
            <pc:docMk/>
            <pc:sldMk cId="4205081063" sldId="256"/>
            <ac:spMk id="12" creationId="{E91532D2-079F-A220-C6AE-678A8BE2AD7C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3" creationId="{482455E1-5B1C-9DDF-5D90-A05A9A5EB01F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4" creationId="{92C602C9-0658-A0D1-8AEC-AB5A815F0129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6" creationId="{7BCE6EC0-3CD8-7B4A-5E6B-E5C0BB682F57}"/>
          </ac:spMkLst>
        </pc:spChg>
        <pc:spChg chg="add mod">
          <ac:chgData name="Arshia Razavi" userId="904038e0-47ff-4f77-ac26-7244a83cfac5" providerId="ADAL" clId="{4D193F86-53A3-476F-B14D-A572B84A9DFD}" dt="2025-02-03T17:19:55.502" v="84" actId="208"/>
          <ac:spMkLst>
            <pc:docMk/>
            <pc:sldMk cId="4205081063" sldId="256"/>
            <ac:spMk id="17" creationId="{66CBBA4D-352D-36FF-AADA-A8F0066B3115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8" creationId="{34E8F0C2-47D9-6B58-210B-7CCE02D2D390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9" creationId="{650E0F85-F31F-5E78-B187-8CF1136D1DCD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21" creationId="{E87FA5FE-EAA5-334F-A471-DBF63654CD95}"/>
          </ac:spMkLst>
        </pc:spChg>
        <pc:spChg chg="add mod">
          <ac:chgData name="Arshia Razavi" userId="904038e0-47ff-4f77-ac26-7244a83cfac5" providerId="ADAL" clId="{4D193F86-53A3-476F-B14D-A572B84A9DFD}" dt="2025-02-03T17:20:05.183" v="86" actId="208"/>
          <ac:spMkLst>
            <pc:docMk/>
            <pc:sldMk cId="4205081063" sldId="256"/>
            <ac:spMk id="22" creationId="{52970288-9E13-E9F4-4AB6-8B6A5B0A3550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23" creationId="{2ECD9043-A09F-93E9-5FC2-A5C165E4B756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24" creationId="{9D30990A-EFCB-029D-CAF6-65068E1C34D3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26" creationId="{D159A152-4FCA-3043-E51C-7E830252791F}"/>
          </ac:spMkLst>
        </pc:spChg>
        <pc:spChg chg="add mod">
          <ac:chgData name="Arshia Razavi" userId="904038e0-47ff-4f77-ac26-7244a83cfac5" providerId="ADAL" clId="{4D193F86-53A3-476F-B14D-A572B84A9DFD}" dt="2025-02-03T17:19:06.548" v="78" actId="1076"/>
          <ac:spMkLst>
            <pc:docMk/>
            <pc:sldMk cId="4205081063" sldId="256"/>
            <ac:spMk id="30" creationId="{156D3E15-3DA4-3E29-9202-EA84639D18C9}"/>
          </ac:spMkLst>
        </pc:spChg>
        <pc:spChg chg="add mod">
          <ac:chgData name="Arshia Razavi" userId="904038e0-47ff-4f77-ac26-7244a83cfac5" providerId="ADAL" clId="{4D193F86-53A3-476F-B14D-A572B84A9DFD}" dt="2025-02-03T17:19:11.776" v="80" actId="1076"/>
          <ac:spMkLst>
            <pc:docMk/>
            <pc:sldMk cId="4205081063" sldId="256"/>
            <ac:spMk id="32" creationId="{C3295D68-E56F-00E5-27AC-57A5DBF548D1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44" creationId="{9E5729E1-94F4-ECAC-FBFD-86BAC615783D}"/>
          </ac:spMkLst>
        </pc:spChg>
        <pc:spChg chg="mod">
          <ac:chgData name="Arshia Razavi" userId="904038e0-47ff-4f77-ac26-7244a83cfac5" providerId="ADAL" clId="{4D193F86-53A3-476F-B14D-A572B84A9DFD}" dt="2025-02-03T17:19:41.141" v="81" actId="208"/>
          <ac:spMkLst>
            <pc:docMk/>
            <pc:sldMk cId="4205081063" sldId="256"/>
            <ac:spMk id="45" creationId="{76D3321D-A505-EDD5-DB4E-1AF3D0227AD6}"/>
          </ac:spMkLst>
        </pc:spChg>
        <pc:spChg chg="del">
          <ac:chgData name="Arshia Razavi" userId="904038e0-47ff-4f77-ac26-7244a83cfac5" providerId="ADAL" clId="{4D193F86-53A3-476F-B14D-A572B84A9DFD}" dt="2025-02-03T17:15:40.340" v="1" actId="478"/>
          <ac:spMkLst>
            <pc:docMk/>
            <pc:sldMk cId="4205081063" sldId="256"/>
            <ac:spMk id="46" creationId="{3F05196D-A0C8-A210-97C1-8328DE93308B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49" creationId="{396C6255-2907-A8F7-C46B-A051F28E4053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50" creationId="{E1923EA0-8043-9972-247E-C3825ADCE9CF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51" creationId="{702E860A-6969-DCBE-5FE1-12DB23469A86}"/>
          </ac:spMkLst>
        </pc:spChg>
        <pc:spChg chg="del">
          <ac:chgData name="Arshia Razavi" userId="904038e0-47ff-4f77-ac26-7244a83cfac5" providerId="ADAL" clId="{4D193F86-53A3-476F-B14D-A572B84A9DFD}" dt="2025-02-03T17:15:43.901" v="3" actId="478"/>
          <ac:spMkLst>
            <pc:docMk/>
            <pc:sldMk cId="4205081063" sldId="256"/>
            <ac:spMk id="52" creationId="{07B3BA4B-EF53-71CB-0396-6D7B9449DE69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53" creationId="{934AB7E7-38F7-027E-F269-80A92CBC0634}"/>
          </ac:spMkLst>
        </pc:spChg>
        <pc:spChg chg="del">
          <ac:chgData name="Arshia Razavi" userId="904038e0-47ff-4f77-ac26-7244a83cfac5" providerId="ADAL" clId="{4D193F86-53A3-476F-B14D-A572B84A9DFD}" dt="2025-02-03T17:16:21.133" v="24" actId="478"/>
          <ac:spMkLst>
            <pc:docMk/>
            <pc:sldMk cId="4205081063" sldId="256"/>
            <ac:spMk id="54" creationId="{3F7D348A-33A2-F13B-A392-00FE38698FCF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56" creationId="{E5DDC4AA-9959-EE32-B94A-FD93E82FE6F6}"/>
          </ac:spMkLst>
        </pc:spChg>
        <pc:spChg chg="del">
          <ac:chgData name="Arshia Razavi" userId="904038e0-47ff-4f77-ac26-7244a83cfac5" providerId="ADAL" clId="{4D193F86-53A3-476F-B14D-A572B84A9DFD}" dt="2025-02-03T17:15:39.262" v="0" actId="478"/>
          <ac:spMkLst>
            <pc:docMk/>
            <pc:sldMk cId="4205081063" sldId="256"/>
            <ac:spMk id="57" creationId="{13A04D82-EF25-8C13-9B8A-8C8E8030EA85}"/>
          </ac:spMkLst>
        </pc:spChg>
        <pc:spChg chg="del">
          <ac:chgData name="Arshia Razavi" userId="904038e0-47ff-4f77-ac26-7244a83cfac5" providerId="ADAL" clId="{4D193F86-53A3-476F-B14D-A572B84A9DFD}" dt="2025-02-03T17:15:42.301" v="2" actId="478"/>
          <ac:spMkLst>
            <pc:docMk/>
            <pc:sldMk cId="4205081063" sldId="256"/>
            <ac:spMk id="58" creationId="{A15F3291-74BE-402E-9104-FD4C3FA2DC6A}"/>
          </ac:spMkLst>
        </pc:spChg>
        <pc:spChg chg="del">
          <ac:chgData name="Arshia Razavi" userId="904038e0-47ff-4f77-ac26-7244a83cfac5" providerId="ADAL" clId="{4D193F86-53A3-476F-B14D-A572B84A9DFD}" dt="2025-02-03T17:16:54.308" v="32" actId="478"/>
          <ac:spMkLst>
            <pc:docMk/>
            <pc:sldMk cId="4205081063" sldId="256"/>
            <ac:spMk id="59" creationId="{4D6195E2-0213-33B0-93D6-31D36B80D95E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61" creationId="{35779555-4093-ACF9-9023-8865E4829A7D}"/>
          </ac:spMkLst>
        </pc:spChg>
        <pc:spChg chg="del">
          <ac:chgData name="Arshia Razavi" userId="904038e0-47ff-4f77-ac26-7244a83cfac5" providerId="ADAL" clId="{4D193F86-53A3-476F-B14D-A572B84A9DFD}" dt="2025-02-03T17:17:03.997" v="40" actId="478"/>
          <ac:spMkLst>
            <pc:docMk/>
            <pc:sldMk cId="4205081063" sldId="256"/>
            <ac:spMk id="63" creationId="{977CEACB-EBFE-2007-5D78-981B83F36A2A}"/>
          </ac:spMkLst>
        </pc:spChg>
        <pc:spChg chg="del">
          <ac:chgData name="Arshia Razavi" userId="904038e0-47ff-4f77-ac26-7244a83cfac5" providerId="ADAL" clId="{4D193F86-53A3-476F-B14D-A572B84A9DFD}" dt="2025-02-03T17:16:59.316" v="35" actId="478"/>
          <ac:spMkLst>
            <pc:docMk/>
            <pc:sldMk cId="4205081063" sldId="256"/>
            <ac:spMk id="64" creationId="{52956594-D64D-1444-84EC-F404944EFFC4}"/>
          </ac:spMkLst>
        </pc:spChg>
        <pc:spChg chg="add del">
          <ac:chgData name="Arshia Razavi" userId="904038e0-47ff-4f77-ac26-7244a83cfac5" providerId="ADAL" clId="{4D193F86-53A3-476F-B14D-A572B84A9DFD}" dt="2025-02-03T17:17:07.709" v="43" actId="478"/>
          <ac:spMkLst>
            <pc:docMk/>
            <pc:sldMk cId="4205081063" sldId="256"/>
            <ac:spMk id="65" creationId="{112C3BA0-D05A-E09F-22D7-716D5F54220F}"/>
          </ac:spMkLst>
        </pc:spChg>
        <pc:spChg chg="add del mod">
          <ac:chgData name="Arshia Razavi" userId="904038e0-47ff-4f77-ac26-7244a83cfac5" providerId="ADAL" clId="{4D193F86-53A3-476F-B14D-A572B84A9DFD}" dt="2025-02-03T17:17:01.228" v="38" actId="478"/>
          <ac:spMkLst>
            <pc:docMk/>
            <pc:sldMk cId="4205081063" sldId="256"/>
            <ac:spMk id="66" creationId="{B53A1483-BEA3-15C4-EA8A-4C0EC5952823}"/>
          </ac:spMkLst>
        </pc:spChg>
        <pc:spChg chg="del">
          <ac:chgData name="Arshia Razavi" userId="904038e0-47ff-4f77-ac26-7244a83cfac5" providerId="ADAL" clId="{4D193F86-53A3-476F-B14D-A572B84A9DFD}" dt="2025-02-03T17:17:05.341" v="41" actId="478"/>
          <ac:spMkLst>
            <pc:docMk/>
            <pc:sldMk cId="4205081063" sldId="256"/>
            <ac:spMk id="67" creationId="{35AA9CE2-3769-D3EB-4727-BD59603B3267}"/>
          </ac:spMkLst>
        </pc:spChg>
        <pc:spChg chg="add del">
          <ac:chgData name="Arshia Razavi" userId="904038e0-47ff-4f77-ac26-7244a83cfac5" providerId="ADAL" clId="{4D193F86-53A3-476F-B14D-A572B84A9DFD}" dt="2025-02-03T17:17:06.524" v="42" actId="478"/>
          <ac:spMkLst>
            <pc:docMk/>
            <pc:sldMk cId="4205081063" sldId="256"/>
            <ac:spMk id="68" creationId="{5E21F231-D92F-7267-123E-92CE9E1DC72D}"/>
          </ac:spMkLst>
        </pc:spChg>
        <pc:spChg chg="del">
          <ac:chgData name="Arshia Razavi" userId="904038e0-47ff-4f77-ac26-7244a83cfac5" providerId="ADAL" clId="{4D193F86-53A3-476F-B14D-A572B84A9DFD}" dt="2025-02-03T17:16:59.916" v="36" actId="478"/>
          <ac:spMkLst>
            <pc:docMk/>
            <pc:sldMk cId="4205081063" sldId="256"/>
            <ac:spMk id="69" creationId="{F4B62AE7-4FD8-6243-D8A3-F8ED5ED02BDB}"/>
          </ac:spMkLst>
        </pc:spChg>
        <pc:spChg chg="add del">
          <ac:chgData name="Arshia Razavi" userId="904038e0-47ff-4f77-ac26-7244a83cfac5" providerId="ADAL" clId="{4D193F86-53A3-476F-B14D-A572B84A9DFD}" dt="2025-02-03T17:17:02.684" v="39" actId="478"/>
          <ac:spMkLst>
            <pc:docMk/>
            <pc:sldMk cId="4205081063" sldId="256"/>
            <ac:spMk id="70" creationId="{9DEFE9B8-85B9-8F69-0C28-B3DF4FA19369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71" creationId="{361CEAFF-89C3-C683-4125-B77D47D0A034}"/>
          </ac:spMkLst>
        </pc:spChg>
        <pc:spChg chg="add del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72" creationId="{B1193A55-B547-6CD6-38F0-4ECA78398719}"/>
          </ac:spMkLst>
        </pc:spChg>
        <pc:spChg chg="add del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73" creationId="{AB38279E-4C8C-37A0-28FF-217643A497F9}"/>
          </ac:spMkLst>
        </pc:spChg>
        <pc:spChg chg="add del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74" creationId="{C03FDFEF-1A68-8465-C6C2-2B3A450E7FF9}"/>
          </ac:spMkLst>
        </pc:spChg>
        <pc:spChg chg="del">
          <ac:chgData name="Arshia Razavi" userId="904038e0-47ff-4f77-ac26-7244a83cfac5" providerId="ADAL" clId="{4D193F86-53A3-476F-B14D-A572B84A9DFD}" dt="2025-02-03T17:17:12.109" v="47" actId="478"/>
          <ac:spMkLst>
            <pc:docMk/>
            <pc:sldMk cId="4205081063" sldId="256"/>
            <ac:spMk id="75" creationId="{724611C8-897C-63F0-087C-34816D53CD88}"/>
          </ac:spMkLst>
        </pc:spChg>
        <pc:spChg chg="del">
          <ac:chgData name="Arshia Razavi" userId="904038e0-47ff-4f77-ac26-7244a83cfac5" providerId="ADAL" clId="{4D193F86-53A3-476F-B14D-A572B84A9DFD}" dt="2025-02-03T17:17:12.397" v="48" actId="478"/>
          <ac:spMkLst>
            <pc:docMk/>
            <pc:sldMk cId="4205081063" sldId="256"/>
            <ac:spMk id="76" creationId="{4D5ADA9A-ED1A-5F5C-1A54-D023FF4B29A4}"/>
          </ac:spMkLst>
        </pc:spChg>
        <pc:spChg chg="add del">
          <ac:chgData name="Arshia Razavi" userId="904038e0-47ff-4f77-ac26-7244a83cfac5" providerId="ADAL" clId="{4D193F86-53A3-476F-B14D-A572B84A9DFD}" dt="2025-02-03T17:17:10.212" v="44" actId="478"/>
          <ac:spMkLst>
            <pc:docMk/>
            <pc:sldMk cId="4205081063" sldId="256"/>
            <ac:spMk id="77" creationId="{FFC00A73-6080-388C-CF5C-9591C1A94BEE}"/>
          </ac:spMkLst>
        </pc:spChg>
        <pc:spChg chg="add del">
          <ac:chgData name="Arshia Razavi" userId="904038e0-47ff-4f77-ac26-7244a83cfac5" providerId="ADAL" clId="{4D193F86-53A3-476F-B14D-A572B84A9DFD}" dt="2025-02-03T17:17:10.212" v="44" actId="478"/>
          <ac:spMkLst>
            <pc:docMk/>
            <pc:sldMk cId="4205081063" sldId="256"/>
            <ac:spMk id="78" creationId="{1CD15AD1-949A-3D09-23A0-8EAFA9BAFFB6}"/>
          </ac:spMkLst>
        </pc:spChg>
        <pc:spChg chg="del">
          <ac:chgData name="Arshia Razavi" userId="904038e0-47ff-4f77-ac26-7244a83cfac5" providerId="ADAL" clId="{4D193F86-53A3-476F-B14D-A572B84A9DFD}" dt="2025-02-03T17:17:11.356" v="46" actId="478"/>
          <ac:spMkLst>
            <pc:docMk/>
            <pc:sldMk cId="4205081063" sldId="256"/>
            <ac:spMk id="79" creationId="{BD7FDBDE-7F0F-8C10-C5A0-E404972F2D6A}"/>
          </ac:spMkLst>
        </pc:spChg>
        <pc:spChg chg="add del">
          <ac:chgData name="Arshia Razavi" userId="904038e0-47ff-4f77-ac26-7244a83cfac5" providerId="ADAL" clId="{4D193F86-53A3-476F-B14D-A572B84A9DFD}" dt="2025-02-03T17:17:10.212" v="44" actId="478"/>
          <ac:spMkLst>
            <pc:docMk/>
            <pc:sldMk cId="4205081063" sldId="256"/>
            <ac:spMk id="80" creationId="{9E2A8B4E-E62E-834E-7B22-A3B457E53E95}"/>
          </ac:spMkLst>
        </pc:spChg>
        <pc:spChg chg="del">
          <ac:chgData name="Arshia Razavi" userId="904038e0-47ff-4f77-ac26-7244a83cfac5" providerId="ADAL" clId="{4D193F86-53A3-476F-B14D-A572B84A9DFD}" dt="2025-02-03T17:17:10.932" v="45" actId="478"/>
          <ac:spMkLst>
            <pc:docMk/>
            <pc:sldMk cId="4205081063" sldId="256"/>
            <ac:spMk id="81" creationId="{6A5CC91B-D091-7A07-9D56-45FE7C5F106F}"/>
          </ac:spMkLst>
        </pc:spChg>
        <pc:spChg chg="add del">
          <ac:chgData name="Arshia Razavi" userId="904038e0-47ff-4f77-ac26-7244a83cfac5" providerId="ADAL" clId="{4D193F86-53A3-476F-B14D-A572B84A9DFD}" dt="2025-02-03T17:17:10.212" v="44" actId="478"/>
          <ac:spMkLst>
            <pc:docMk/>
            <pc:sldMk cId="4205081063" sldId="256"/>
            <ac:spMk id="82" creationId="{A2578EC1-EBD0-84DA-61B1-4B81C74D7C31}"/>
          </ac:spMkLst>
        </pc:spChg>
        <pc:cxnChg chg="add del mod">
          <ac:chgData name="Arshia Razavi" userId="904038e0-47ff-4f77-ac26-7244a83cfac5" providerId="ADAL" clId="{4D193F86-53A3-476F-B14D-A572B84A9DFD}" dt="2025-02-03T17:16:54.308" v="32" actId="478"/>
          <ac:cxnSpMkLst>
            <pc:docMk/>
            <pc:sldMk cId="4205081063" sldId="256"/>
            <ac:cxnSpMk id="4" creationId="{F2D5CCFD-E43A-6365-9AE4-BEEDDF6A3228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10" creationId="{6E047FAB-DF45-7619-87A9-AB9C52127B07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15" creationId="{F68FE148-4225-8F23-379A-2F378716A464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20" creationId="{6DCCFBC6-6EF4-6C0D-C6B8-7AF5A70A96E8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25" creationId="{4E8AEEDE-0850-75A3-315D-793D551D1DC5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27" creationId="{9EB61A61-EDD7-D7A8-5A85-C851C5777C44}"/>
          </ac:cxnSpMkLst>
        </pc:cxnChg>
        <pc:cxnChg chg="add mod">
          <ac:chgData name="Arshia Razavi" userId="904038e0-47ff-4f77-ac26-7244a83cfac5" providerId="ADAL" clId="{4D193F86-53A3-476F-B14D-A572B84A9DFD}" dt="2025-02-03T17:19:06.548" v="78" actId="1076"/>
          <ac:cxnSpMkLst>
            <pc:docMk/>
            <pc:sldMk cId="4205081063" sldId="256"/>
            <ac:cxnSpMk id="29" creationId="{EC8FD96F-62F0-7F6C-80DB-BD6D18192CB8}"/>
          </ac:cxnSpMkLst>
        </pc:cxnChg>
        <pc:cxnChg chg="add mod">
          <ac:chgData name="Arshia Razavi" userId="904038e0-47ff-4f77-ac26-7244a83cfac5" providerId="ADAL" clId="{4D193F86-53A3-476F-B14D-A572B84A9DFD}" dt="2025-02-03T17:19:11.776" v="80" actId="1076"/>
          <ac:cxnSpMkLst>
            <pc:docMk/>
            <pc:sldMk cId="4205081063" sldId="256"/>
            <ac:cxnSpMk id="31" creationId="{31CA4AE9-EC89-E1DE-EAF9-C2E0C58CDB52}"/>
          </ac:cxnSpMkLst>
        </pc:cxnChg>
        <pc:cxnChg chg="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47" creationId="{AABE6AF6-92D1-84E9-89DD-E48A2B04B040}"/>
          </ac:cxnSpMkLst>
        </pc:cxnChg>
        <pc:cxnChg chg="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48" creationId="{2BD0C74A-63F8-A881-5556-D1AC2508CDD1}"/>
          </ac:cxnSpMkLst>
        </pc:cxnChg>
        <pc:cxnChg chg="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55" creationId="{55502417-1B3E-7DD1-4B34-5E37336A31F8}"/>
          </ac:cxnSpMkLst>
        </pc:cxnChg>
        <pc:cxnChg chg="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60" creationId="{39684315-DDC9-6740-538B-865125281E8B}"/>
          </ac:cxnSpMkLst>
        </pc:cxnChg>
        <pc:cxnChg chg="del">
          <ac:chgData name="Arshia Razavi" userId="904038e0-47ff-4f77-ac26-7244a83cfac5" providerId="ADAL" clId="{4D193F86-53A3-476F-B14D-A572B84A9DFD}" dt="2025-02-03T17:16:54.308" v="32" actId="478"/>
          <ac:cxnSpMkLst>
            <pc:docMk/>
            <pc:sldMk cId="4205081063" sldId="256"/>
            <ac:cxnSpMk id="62" creationId="{8866FD66-DB1F-C892-FBCC-5F25E5A2FE6C}"/>
          </ac:cxnSpMkLst>
        </pc:cxnChg>
        <pc:cxnChg chg="del">
          <ac:chgData name="Arshia Razavi" userId="904038e0-47ff-4f77-ac26-7244a83cfac5" providerId="ADAL" clId="{4D193F86-53A3-476F-B14D-A572B84A9DFD}" dt="2025-02-03T17:18:00.521" v="62" actId="21"/>
          <ac:cxnSpMkLst>
            <pc:docMk/>
            <pc:sldMk cId="4205081063" sldId="256"/>
            <ac:cxnSpMk id="83" creationId="{9EB61A61-EDD7-D7A8-5A85-C851C5777C44}"/>
          </ac:cxnSpMkLst>
        </pc:cxnChg>
      </pc:sldChg>
      <pc:sldMasterChg chg="modSp modSldLayout">
        <pc:chgData name="Arshia Razavi" userId="904038e0-47ff-4f77-ac26-7244a83cfac5" providerId="ADAL" clId="{4D193F86-53A3-476F-B14D-A572B84A9DFD}" dt="2025-02-03T17:18:50.095" v="76"/>
        <pc:sldMasterMkLst>
          <pc:docMk/>
          <pc:sldMasterMk cId="3577307299" sldId="2147483672"/>
        </pc:sldMasterMkLst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2" creationId="{00000000-0000-0000-0000-000000000000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3" creationId="{00000000-0000-0000-0000-000000000000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4" creationId="{00000000-0000-0000-0000-000000000000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5" creationId="{00000000-0000-0000-0000-000000000000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6" creationId="{00000000-0000-0000-0000-000000000000}"/>
          </ac:spMkLst>
        </pc:sp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725973880" sldId="2147483673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725973880" sldId="2147483673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725973880" sldId="2147483673"/>
              <ac:spMk id="3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2405302928" sldId="2147483675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405302928" sldId="2147483675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405302928" sldId="2147483675"/>
              <ac:spMk id="3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267074106" sldId="2147483676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67074106" sldId="2147483676"/>
              <ac:spMk id="3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67074106" sldId="2147483676"/>
              <ac:spMk id="4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1951484455" sldId="2147483677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3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4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5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6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3267318582" sldId="2147483680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267318582" sldId="2147483680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267318582" sldId="2147483680"/>
              <ac:spMk id="3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267318582" sldId="2147483680"/>
              <ac:spMk id="4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2179008355" sldId="2147483681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179008355" sldId="2147483681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179008355" sldId="2147483681"/>
              <ac:spMk id="3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179008355" sldId="2147483681"/>
              <ac:spMk id="4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3914820664" sldId="2147483683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914820664" sldId="2147483683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914820664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03" indent="0" algn="ctr">
              <a:buNone/>
              <a:defRPr sz="2953"/>
            </a:lvl2pPr>
            <a:lvl3pPr marL="1350006" indent="0" algn="ctr">
              <a:buNone/>
              <a:defRPr sz="2658"/>
            </a:lvl3pPr>
            <a:lvl4pPr marL="2025010" indent="0" algn="ctr">
              <a:buNone/>
              <a:defRPr sz="2362"/>
            </a:lvl4pPr>
            <a:lvl5pPr marL="2700013" indent="0" algn="ctr">
              <a:buNone/>
              <a:defRPr sz="2362"/>
            </a:lvl5pPr>
            <a:lvl6pPr marL="3375016" indent="0" algn="ctr">
              <a:buNone/>
              <a:defRPr sz="2362"/>
            </a:lvl6pPr>
            <a:lvl7pPr marL="4050019" indent="0" algn="ctr">
              <a:buNone/>
              <a:defRPr sz="2362"/>
            </a:lvl7pPr>
            <a:lvl8pPr marL="4725024" indent="0" algn="ctr">
              <a:buNone/>
              <a:defRPr sz="2362"/>
            </a:lvl8pPr>
            <a:lvl9pPr marL="5400027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7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4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5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1pPr>
            <a:lvl2pPr marL="675003" indent="0">
              <a:buNone/>
              <a:defRPr sz="2953">
                <a:solidFill>
                  <a:schemeClr val="tx1">
                    <a:tint val="82000"/>
                  </a:schemeClr>
                </a:solidFill>
              </a:defRPr>
            </a:lvl2pPr>
            <a:lvl3pPr marL="1350006" indent="0">
              <a:buNone/>
              <a:defRPr sz="2658">
                <a:solidFill>
                  <a:schemeClr val="tx1">
                    <a:tint val="82000"/>
                  </a:schemeClr>
                </a:solidFill>
              </a:defRPr>
            </a:lvl3pPr>
            <a:lvl4pPr marL="202501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4pPr>
            <a:lvl5pPr marL="2700013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5pPr>
            <a:lvl6pPr marL="3375016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6pPr>
            <a:lvl7pPr marL="405001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7pPr>
            <a:lvl8pPr marL="4725024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8pPr>
            <a:lvl9pPr marL="540002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0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90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5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03" indent="0">
              <a:buNone/>
              <a:defRPr sz="2953" b="1"/>
            </a:lvl2pPr>
            <a:lvl3pPr marL="1350006" indent="0">
              <a:buNone/>
              <a:defRPr sz="2658" b="1"/>
            </a:lvl3pPr>
            <a:lvl4pPr marL="2025010" indent="0">
              <a:buNone/>
              <a:defRPr sz="2362" b="1"/>
            </a:lvl4pPr>
            <a:lvl5pPr marL="2700013" indent="0">
              <a:buNone/>
              <a:defRPr sz="2362" b="1"/>
            </a:lvl5pPr>
            <a:lvl6pPr marL="3375016" indent="0">
              <a:buNone/>
              <a:defRPr sz="2362" b="1"/>
            </a:lvl6pPr>
            <a:lvl7pPr marL="4050019" indent="0">
              <a:buNone/>
              <a:defRPr sz="2362" b="1"/>
            </a:lvl7pPr>
            <a:lvl8pPr marL="4725024" indent="0">
              <a:buNone/>
              <a:defRPr sz="2362" b="1"/>
            </a:lvl8pPr>
            <a:lvl9pPr marL="5400027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6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5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03" indent="0">
              <a:buNone/>
              <a:defRPr sz="2953" b="1"/>
            </a:lvl2pPr>
            <a:lvl3pPr marL="1350006" indent="0">
              <a:buNone/>
              <a:defRPr sz="2658" b="1"/>
            </a:lvl3pPr>
            <a:lvl4pPr marL="2025010" indent="0">
              <a:buNone/>
              <a:defRPr sz="2362" b="1"/>
            </a:lvl4pPr>
            <a:lvl5pPr marL="2700013" indent="0">
              <a:buNone/>
              <a:defRPr sz="2362" b="1"/>
            </a:lvl5pPr>
            <a:lvl6pPr marL="3375016" indent="0">
              <a:buNone/>
              <a:defRPr sz="2362" b="1"/>
            </a:lvl6pPr>
            <a:lvl7pPr marL="4050019" indent="0">
              <a:buNone/>
              <a:defRPr sz="2362" b="1"/>
            </a:lvl7pPr>
            <a:lvl8pPr marL="4725024" indent="0">
              <a:buNone/>
              <a:defRPr sz="2362" b="1"/>
            </a:lvl8pPr>
            <a:lvl9pPr marL="5400027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6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8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0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8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719986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3239931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03" indent="0">
              <a:buNone/>
              <a:defRPr sz="2067"/>
            </a:lvl2pPr>
            <a:lvl3pPr marL="1350006" indent="0">
              <a:buNone/>
              <a:defRPr sz="1772"/>
            </a:lvl3pPr>
            <a:lvl4pPr marL="2025010" indent="0">
              <a:buNone/>
              <a:defRPr sz="1476"/>
            </a:lvl4pPr>
            <a:lvl5pPr marL="2700013" indent="0">
              <a:buNone/>
              <a:defRPr sz="1476"/>
            </a:lvl5pPr>
            <a:lvl6pPr marL="3375016" indent="0">
              <a:buNone/>
              <a:defRPr sz="1476"/>
            </a:lvl6pPr>
            <a:lvl7pPr marL="4050019" indent="0">
              <a:buNone/>
              <a:defRPr sz="1476"/>
            </a:lvl7pPr>
            <a:lvl8pPr marL="4725024" indent="0">
              <a:buNone/>
              <a:defRPr sz="1476"/>
            </a:lvl8pPr>
            <a:lvl9pPr marL="5400027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1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719986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03" indent="0">
              <a:buNone/>
              <a:defRPr sz="4134"/>
            </a:lvl2pPr>
            <a:lvl3pPr marL="1350006" indent="0">
              <a:buNone/>
              <a:defRPr sz="3543"/>
            </a:lvl3pPr>
            <a:lvl4pPr marL="2025010" indent="0">
              <a:buNone/>
              <a:defRPr sz="2953"/>
            </a:lvl4pPr>
            <a:lvl5pPr marL="2700013" indent="0">
              <a:buNone/>
              <a:defRPr sz="2953"/>
            </a:lvl5pPr>
            <a:lvl6pPr marL="3375016" indent="0">
              <a:buNone/>
              <a:defRPr sz="2953"/>
            </a:lvl6pPr>
            <a:lvl7pPr marL="4050019" indent="0">
              <a:buNone/>
              <a:defRPr sz="2953"/>
            </a:lvl7pPr>
            <a:lvl8pPr marL="4725024" indent="0">
              <a:buNone/>
              <a:defRPr sz="2953"/>
            </a:lvl8pPr>
            <a:lvl9pPr marL="5400027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3239931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03" indent="0">
              <a:buNone/>
              <a:defRPr sz="2067"/>
            </a:lvl2pPr>
            <a:lvl3pPr marL="1350006" indent="0">
              <a:buNone/>
              <a:defRPr sz="1772"/>
            </a:lvl3pPr>
            <a:lvl4pPr marL="2025010" indent="0">
              <a:buNone/>
              <a:defRPr sz="1476"/>
            </a:lvl4pPr>
            <a:lvl5pPr marL="2700013" indent="0">
              <a:buNone/>
              <a:defRPr sz="1476"/>
            </a:lvl5pPr>
            <a:lvl6pPr marL="3375016" indent="0">
              <a:buNone/>
              <a:defRPr sz="1476"/>
            </a:lvl6pPr>
            <a:lvl7pPr marL="4050019" indent="0">
              <a:buNone/>
              <a:defRPr sz="1476"/>
            </a:lvl7pPr>
            <a:lvl8pPr marL="4725024" indent="0">
              <a:buNone/>
              <a:defRPr sz="1476"/>
            </a:lvl8pPr>
            <a:lvl9pPr marL="5400027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0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8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6" y="574987"/>
            <a:ext cx="3881392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2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90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3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7E6A9-8A90-E844-B49F-8A8E9126DD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3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9" y="10009783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0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006" rtl="0" eaLnBrk="1" latinLnBrk="0" hangingPunct="1">
        <a:lnSpc>
          <a:spcPct val="90000"/>
        </a:lnSpc>
        <a:spcBef>
          <a:spcPct val="0"/>
        </a:spcBef>
        <a:buNone/>
        <a:defRPr sz="64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2" indent="-337502" algn="l" defTabSz="1350006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05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09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12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15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18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22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25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28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03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06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10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13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16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19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24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27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9E5729E1-94F4-ECAC-FBFD-86BAC615783D}"/>
              </a:ext>
            </a:extLst>
          </p:cNvPr>
          <p:cNvSpPr txBox="1"/>
          <p:nvPr/>
        </p:nvSpPr>
        <p:spPr>
          <a:xfrm>
            <a:off x="14040263" y="9419910"/>
            <a:ext cx="1611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6D3321D-A505-EDD5-DB4E-1AF3D0227AD6}"/>
              </a:ext>
            </a:extLst>
          </p:cNvPr>
          <p:cNvSpPr/>
          <p:nvPr/>
        </p:nvSpPr>
        <p:spPr>
          <a:xfrm>
            <a:off x="935638" y="916351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ABE6AF6-92D1-84E9-89DD-E48A2B04B040}"/>
              </a:ext>
            </a:extLst>
          </p:cNvPr>
          <p:cNvCxnSpPr/>
          <p:nvPr/>
        </p:nvCxnSpPr>
        <p:spPr>
          <a:xfrm>
            <a:off x="935638" y="9981049"/>
            <a:ext cx="2381251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BD0C74A-63F8-A881-5556-D1AC2508CDD1}"/>
              </a:ext>
            </a:extLst>
          </p:cNvPr>
          <p:cNvCxnSpPr>
            <a:cxnSpLocks/>
          </p:cNvCxnSpPr>
          <p:nvPr/>
        </p:nvCxnSpPr>
        <p:spPr>
          <a:xfrm>
            <a:off x="3295967" y="998104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96C6255-2907-A8F7-C46B-A051F28E4053}"/>
              </a:ext>
            </a:extLst>
          </p:cNvPr>
          <p:cNvSpPr txBox="1"/>
          <p:nvPr/>
        </p:nvSpPr>
        <p:spPr>
          <a:xfrm>
            <a:off x="1423985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923EA0-8043-9972-247E-C3825ADCE9CF}"/>
              </a:ext>
            </a:extLst>
          </p:cNvPr>
          <p:cNvSpPr txBox="1"/>
          <p:nvPr/>
        </p:nvSpPr>
        <p:spPr>
          <a:xfrm>
            <a:off x="3784314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2E860A-6969-DCBE-5FE1-12DB23469A86}"/>
              </a:ext>
            </a:extLst>
          </p:cNvPr>
          <p:cNvSpPr txBox="1"/>
          <p:nvPr/>
        </p:nvSpPr>
        <p:spPr>
          <a:xfrm>
            <a:off x="1514844" y="1513986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4AB7E7-38F7-027E-F269-80A92CBC0634}"/>
              </a:ext>
            </a:extLst>
          </p:cNvPr>
          <p:cNvSpPr/>
          <p:nvPr/>
        </p:nvSpPr>
        <p:spPr>
          <a:xfrm>
            <a:off x="1277351" y="2227702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502417-1B3E-7DD1-4B34-5E37336A31F8}"/>
              </a:ext>
            </a:extLst>
          </p:cNvPr>
          <p:cNvCxnSpPr>
            <a:cxnSpLocks/>
          </p:cNvCxnSpPr>
          <p:nvPr/>
        </p:nvCxnSpPr>
        <p:spPr>
          <a:xfrm flipV="1">
            <a:off x="935635" y="894203"/>
            <a:ext cx="0" cy="85257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5DDC4AA-9959-EE32-B94A-FD93E82FE6F6}"/>
              </a:ext>
            </a:extLst>
          </p:cNvPr>
          <p:cNvSpPr txBox="1"/>
          <p:nvPr/>
        </p:nvSpPr>
        <p:spPr>
          <a:xfrm rot="16200000">
            <a:off x="-2551820" y="5046265"/>
            <a:ext cx="59346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Current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9684315-DDC9-6740-538B-865125281E8B}"/>
              </a:ext>
            </a:extLst>
          </p:cNvPr>
          <p:cNvCxnSpPr>
            <a:cxnSpLocks/>
          </p:cNvCxnSpPr>
          <p:nvPr/>
        </p:nvCxnSpPr>
        <p:spPr>
          <a:xfrm>
            <a:off x="1276851" y="8998585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5779555-4093-ACF9-9023-8865E4829A7D}"/>
              </a:ext>
            </a:extLst>
          </p:cNvPr>
          <p:cNvSpPr txBox="1"/>
          <p:nvPr/>
        </p:nvSpPr>
        <p:spPr>
          <a:xfrm>
            <a:off x="1733879" y="8538762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1CEAFF-89C3-C683-4125-B77D47D0A034}"/>
              </a:ext>
            </a:extLst>
          </p:cNvPr>
          <p:cNvSpPr txBox="1"/>
          <p:nvPr/>
        </p:nvSpPr>
        <p:spPr>
          <a:xfrm>
            <a:off x="5271111" y="1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Protocol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1193A55-B547-6CD6-38F0-4ECA78398719}"/>
              </a:ext>
            </a:extLst>
          </p:cNvPr>
          <p:cNvSpPr/>
          <p:nvPr/>
        </p:nvSpPr>
        <p:spPr>
          <a:xfrm>
            <a:off x="10553132" y="592606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B38279E-4C8C-37A0-28FF-217643A497F9}"/>
              </a:ext>
            </a:extLst>
          </p:cNvPr>
          <p:cNvSpPr/>
          <p:nvPr/>
        </p:nvSpPr>
        <p:spPr>
          <a:xfrm>
            <a:off x="10795835" y="59220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03FDFEF-1A68-8465-C6C2-2B3A450E7FF9}"/>
              </a:ext>
            </a:extLst>
          </p:cNvPr>
          <p:cNvSpPr/>
          <p:nvPr/>
        </p:nvSpPr>
        <p:spPr>
          <a:xfrm>
            <a:off x="11054576" y="59220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90835F-0360-C61F-E500-26E886FBF040}"/>
              </a:ext>
            </a:extLst>
          </p:cNvPr>
          <p:cNvSpPr/>
          <p:nvPr/>
        </p:nvSpPr>
        <p:spPr>
          <a:xfrm>
            <a:off x="3316887" y="910459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708E0-EDCB-B3DB-4B89-2486086AF6D9}"/>
              </a:ext>
            </a:extLst>
          </p:cNvPr>
          <p:cNvSpPr txBox="1"/>
          <p:nvPr/>
        </p:nvSpPr>
        <p:spPr>
          <a:xfrm>
            <a:off x="3896093" y="1508094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3B481B-3DF4-0573-EE74-B0F676B0A98A}"/>
              </a:ext>
            </a:extLst>
          </p:cNvPr>
          <p:cNvSpPr/>
          <p:nvPr/>
        </p:nvSpPr>
        <p:spPr>
          <a:xfrm>
            <a:off x="3658601" y="2221810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047FAB-DF45-7619-87A9-AB9C52127B07}"/>
              </a:ext>
            </a:extLst>
          </p:cNvPr>
          <p:cNvCxnSpPr>
            <a:cxnSpLocks/>
          </p:cNvCxnSpPr>
          <p:nvPr/>
        </p:nvCxnSpPr>
        <p:spPr>
          <a:xfrm>
            <a:off x="3658101" y="8992693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DEC0B4-07FE-8643-F883-BB447DA26020}"/>
              </a:ext>
            </a:extLst>
          </p:cNvPr>
          <p:cNvSpPr txBox="1"/>
          <p:nvPr/>
        </p:nvSpPr>
        <p:spPr>
          <a:xfrm>
            <a:off x="4115128" y="8532869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1532D2-079F-A220-C6AE-678A8BE2AD7C}"/>
              </a:ext>
            </a:extLst>
          </p:cNvPr>
          <p:cNvSpPr/>
          <p:nvPr/>
        </p:nvSpPr>
        <p:spPr>
          <a:xfrm>
            <a:off x="5698136" y="926716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455E1-5B1C-9DDF-5D90-A05A9A5EB01F}"/>
              </a:ext>
            </a:extLst>
          </p:cNvPr>
          <p:cNvSpPr txBox="1"/>
          <p:nvPr/>
        </p:nvSpPr>
        <p:spPr>
          <a:xfrm>
            <a:off x="6277341" y="1524351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602C9-0658-A0D1-8AEC-AB5A815F0129}"/>
              </a:ext>
            </a:extLst>
          </p:cNvPr>
          <p:cNvSpPr/>
          <p:nvPr/>
        </p:nvSpPr>
        <p:spPr>
          <a:xfrm>
            <a:off x="6039849" y="2238068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8FE148-4225-8F23-379A-2F378716A464}"/>
              </a:ext>
            </a:extLst>
          </p:cNvPr>
          <p:cNvCxnSpPr>
            <a:cxnSpLocks/>
          </p:cNvCxnSpPr>
          <p:nvPr/>
        </p:nvCxnSpPr>
        <p:spPr>
          <a:xfrm>
            <a:off x="6039349" y="9008950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BCE6EC0-3CD8-7B4A-5E6B-E5C0BB682F57}"/>
              </a:ext>
            </a:extLst>
          </p:cNvPr>
          <p:cNvSpPr txBox="1"/>
          <p:nvPr/>
        </p:nvSpPr>
        <p:spPr>
          <a:xfrm>
            <a:off x="6496377" y="8549126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CBBA4D-352D-36FF-AADA-A8F0066B3115}"/>
              </a:ext>
            </a:extLst>
          </p:cNvPr>
          <p:cNvSpPr/>
          <p:nvPr/>
        </p:nvSpPr>
        <p:spPr>
          <a:xfrm>
            <a:off x="8079381" y="926716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E8F0C2-47D9-6B58-210B-7CCE02D2D390}"/>
              </a:ext>
            </a:extLst>
          </p:cNvPr>
          <p:cNvSpPr txBox="1"/>
          <p:nvPr/>
        </p:nvSpPr>
        <p:spPr>
          <a:xfrm>
            <a:off x="8658586" y="1524351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0E0F85-F31F-5E78-B187-8CF1136D1DCD}"/>
              </a:ext>
            </a:extLst>
          </p:cNvPr>
          <p:cNvSpPr/>
          <p:nvPr/>
        </p:nvSpPr>
        <p:spPr>
          <a:xfrm>
            <a:off x="8421094" y="2238068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DCCFBC6-6EF4-6C0D-C6B8-7AF5A70A96E8}"/>
              </a:ext>
            </a:extLst>
          </p:cNvPr>
          <p:cNvCxnSpPr>
            <a:cxnSpLocks/>
          </p:cNvCxnSpPr>
          <p:nvPr/>
        </p:nvCxnSpPr>
        <p:spPr>
          <a:xfrm>
            <a:off x="8420594" y="9008950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7FA5FE-EAA5-334F-A471-DBF63654CD95}"/>
              </a:ext>
            </a:extLst>
          </p:cNvPr>
          <p:cNvSpPr txBox="1"/>
          <p:nvPr/>
        </p:nvSpPr>
        <p:spPr>
          <a:xfrm>
            <a:off x="8877623" y="8549126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970288-9E13-E9F4-4AB6-8B6A5B0A3550}"/>
              </a:ext>
            </a:extLst>
          </p:cNvPr>
          <p:cNvSpPr/>
          <p:nvPr/>
        </p:nvSpPr>
        <p:spPr>
          <a:xfrm>
            <a:off x="11508708" y="894201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CD9043-A09F-93E9-5FC2-A5C165E4B756}"/>
              </a:ext>
            </a:extLst>
          </p:cNvPr>
          <p:cNvSpPr txBox="1"/>
          <p:nvPr/>
        </p:nvSpPr>
        <p:spPr>
          <a:xfrm>
            <a:off x="11787352" y="1479929"/>
            <a:ext cx="182396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30990A-EFCB-029D-CAF6-65068E1C34D3}"/>
              </a:ext>
            </a:extLst>
          </p:cNvPr>
          <p:cNvSpPr/>
          <p:nvPr/>
        </p:nvSpPr>
        <p:spPr>
          <a:xfrm>
            <a:off x="11850421" y="2205553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E8AEEDE-0850-75A3-315D-793D551D1DC5}"/>
              </a:ext>
            </a:extLst>
          </p:cNvPr>
          <p:cNvCxnSpPr>
            <a:cxnSpLocks/>
          </p:cNvCxnSpPr>
          <p:nvPr/>
        </p:nvCxnSpPr>
        <p:spPr>
          <a:xfrm>
            <a:off x="11849921" y="8976436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159A152-4FCA-3043-E51C-7E830252791F}"/>
              </a:ext>
            </a:extLst>
          </p:cNvPr>
          <p:cNvSpPr txBox="1"/>
          <p:nvPr/>
        </p:nvSpPr>
        <p:spPr>
          <a:xfrm>
            <a:off x="12306950" y="8516613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B61A61-EDD7-D7A8-5A85-C851C5777C44}"/>
              </a:ext>
            </a:extLst>
          </p:cNvPr>
          <p:cNvCxnSpPr>
            <a:cxnSpLocks/>
          </p:cNvCxnSpPr>
          <p:nvPr/>
        </p:nvCxnSpPr>
        <p:spPr>
          <a:xfrm flipV="1">
            <a:off x="974611" y="9384450"/>
            <a:ext cx="14097916" cy="354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8FD96F-62F0-7F6C-80DB-BD6D18192CB8}"/>
              </a:ext>
            </a:extLst>
          </p:cNvPr>
          <p:cNvCxnSpPr>
            <a:cxnSpLocks/>
          </p:cNvCxnSpPr>
          <p:nvPr/>
        </p:nvCxnSpPr>
        <p:spPr>
          <a:xfrm>
            <a:off x="5700806" y="998104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56D3E15-3DA4-3E29-9202-EA84639D18C9}"/>
              </a:ext>
            </a:extLst>
          </p:cNvPr>
          <p:cNvSpPr txBox="1"/>
          <p:nvPr/>
        </p:nvSpPr>
        <p:spPr>
          <a:xfrm>
            <a:off x="6189153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CA4AE9-EC89-E1DE-EAF9-C2E0C58CDB52}"/>
              </a:ext>
            </a:extLst>
          </p:cNvPr>
          <p:cNvCxnSpPr>
            <a:cxnSpLocks/>
          </p:cNvCxnSpPr>
          <p:nvPr/>
        </p:nvCxnSpPr>
        <p:spPr>
          <a:xfrm>
            <a:off x="8081275" y="998104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3295D68-E56F-00E5-27AC-57A5DBF548D1}"/>
              </a:ext>
            </a:extLst>
          </p:cNvPr>
          <p:cNvSpPr txBox="1"/>
          <p:nvPr/>
        </p:nvSpPr>
        <p:spPr>
          <a:xfrm>
            <a:off x="8569622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08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33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1</cp:revision>
  <dcterms:created xsi:type="dcterms:W3CDTF">2025-01-28T22:41:47Z</dcterms:created>
  <dcterms:modified xsi:type="dcterms:W3CDTF">2025-02-03T17:20:07Z</dcterms:modified>
</cp:coreProperties>
</file>