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8"/>
  </p:normalViewPr>
  <p:slideViewPr>
    <p:cSldViewPr snapToGrid="0">
      <p:cViewPr>
        <p:scale>
          <a:sx n="60" d="100"/>
          <a:sy n="60" d="100"/>
        </p:scale>
        <p:origin x="169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hia Razavi" userId="904038e0-47ff-4f77-ac26-7244a83cfac5" providerId="ADAL" clId="{1EC48727-9AED-D34B-9364-B026A9BCCBD1}"/>
    <pc:docChg chg="undo custSel modSld">
      <pc:chgData name="Arshia Razavi" userId="904038e0-47ff-4f77-ac26-7244a83cfac5" providerId="ADAL" clId="{1EC48727-9AED-D34B-9364-B026A9BCCBD1}" dt="2025-01-28T23:04:29.058" v="12" actId="14100"/>
      <pc:docMkLst>
        <pc:docMk/>
      </pc:docMkLst>
      <pc:sldChg chg="modSp mod">
        <pc:chgData name="Arshia Razavi" userId="904038e0-47ff-4f77-ac26-7244a83cfac5" providerId="ADAL" clId="{1EC48727-9AED-D34B-9364-B026A9BCCBD1}" dt="2025-01-28T23:04:29.058" v="12" actId="14100"/>
        <pc:sldMkLst>
          <pc:docMk/>
          <pc:sldMk cId="4205081063" sldId="256"/>
        </pc:sldMkLst>
        <pc:spChg chg="mod">
          <ac:chgData name="Arshia Razavi" userId="904038e0-47ff-4f77-ac26-7244a83cfac5" providerId="ADAL" clId="{1EC48727-9AED-D34B-9364-B026A9BCCBD1}" dt="2025-01-28T23:03:44.843" v="2" actId="14100"/>
          <ac:spMkLst>
            <pc:docMk/>
            <pc:sldMk cId="4205081063" sldId="256"/>
            <ac:spMk id="45" creationId="{76D3321D-A505-EDD5-DB4E-1AF3D0227AD6}"/>
          </ac:spMkLst>
        </pc:spChg>
        <pc:spChg chg="mod">
          <ac:chgData name="Arshia Razavi" userId="904038e0-47ff-4f77-ac26-7244a83cfac5" providerId="ADAL" clId="{1EC48727-9AED-D34B-9364-B026A9BCCBD1}" dt="2025-01-28T23:04:08.636" v="7" actId="14100"/>
          <ac:spMkLst>
            <pc:docMk/>
            <pc:sldMk cId="4205081063" sldId="256"/>
            <ac:spMk id="46" creationId="{3F05196D-A0C8-A210-97C1-8328DE93308B}"/>
          </ac:spMkLst>
        </pc:spChg>
        <pc:spChg chg="mod">
          <ac:chgData name="Arshia Razavi" userId="904038e0-47ff-4f77-ac26-7244a83cfac5" providerId="ADAL" clId="{1EC48727-9AED-D34B-9364-B026A9BCCBD1}" dt="2025-01-28T23:04:11.859" v="8" actId="14100"/>
          <ac:spMkLst>
            <pc:docMk/>
            <pc:sldMk cId="4205081063" sldId="256"/>
            <ac:spMk id="63" creationId="{977CEACB-EBFE-2007-5D78-981B83F36A2A}"/>
          </ac:spMkLst>
        </pc:spChg>
        <pc:spChg chg="mod">
          <ac:chgData name="Arshia Razavi" userId="904038e0-47ff-4f77-ac26-7244a83cfac5" providerId="ADAL" clId="{1EC48727-9AED-D34B-9364-B026A9BCCBD1}" dt="2025-01-28T23:04:18.307" v="9" actId="14100"/>
          <ac:spMkLst>
            <pc:docMk/>
            <pc:sldMk cId="4205081063" sldId="256"/>
            <ac:spMk id="64" creationId="{52956594-D64D-1444-84EC-F404944EFFC4}"/>
          </ac:spMkLst>
        </pc:spChg>
        <pc:spChg chg="mod">
          <ac:chgData name="Arshia Razavi" userId="904038e0-47ff-4f77-ac26-7244a83cfac5" providerId="ADAL" clId="{1EC48727-9AED-D34B-9364-B026A9BCCBD1}" dt="2025-01-28T23:04:18.911" v="10" actId="1076"/>
          <ac:spMkLst>
            <pc:docMk/>
            <pc:sldMk cId="4205081063" sldId="256"/>
            <ac:spMk id="71" creationId="{361CEAFF-89C3-C683-4125-B77D47D0A034}"/>
          </ac:spMkLst>
        </pc:spChg>
        <pc:spChg chg="mod">
          <ac:chgData name="Arshia Razavi" userId="904038e0-47ff-4f77-ac26-7244a83cfac5" providerId="ADAL" clId="{1EC48727-9AED-D34B-9364-B026A9BCCBD1}" dt="2025-01-28T23:04:24.723" v="11" actId="14100"/>
          <ac:spMkLst>
            <pc:docMk/>
            <pc:sldMk cId="4205081063" sldId="256"/>
            <ac:spMk id="75" creationId="{724611C8-897C-63F0-087C-34816D53CD88}"/>
          </ac:spMkLst>
        </pc:spChg>
        <pc:spChg chg="mod">
          <ac:chgData name="Arshia Razavi" userId="904038e0-47ff-4f77-ac26-7244a83cfac5" providerId="ADAL" clId="{1EC48727-9AED-D34B-9364-B026A9BCCBD1}" dt="2025-01-28T23:04:29.058" v="12" actId="14100"/>
          <ac:spMkLst>
            <pc:docMk/>
            <pc:sldMk cId="4205081063" sldId="256"/>
            <ac:spMk id="76" creationId="{4D5ADA9A-ED1A-5F5C-1A54-D023FF4B29A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7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82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82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0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84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03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8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1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0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8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2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7E6A9-8A90-E844-B49F-8A8E9126DDB3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0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9E5729E1-94F4-ECAC-FBFD-86BAC615783D}"/>
              </a:ext>
            </a:extLst>
          </p:cNvPr>
          <p:cNvSpPr txBox="1"/>
          <p:nvPr/>
        </p:nvSpPr>
        <p:spPr>
          <a:xfrm>
            <a:off x="16448575" y="9419910"/>
            <a:ext cx="16114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6D3321D-A505-EDD5-DB4E-1AF3D0227AD6}"/>
              </a:ext>
            </a:extLst>
          </p:cNvPr>
          <p:cNvSpPr/>
          <p:nvPr/>
        </p:nvSpPr>
        <p:spPr>
          <a:xfrm>
            <a:off x="935637" y="916351"/>
            <a:ext cx="2381251" cy="84931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F05196D-A0C8-A210-97C1-8328DE93308B}"/>
              </a:ext>
            </a:extLst>
          </p:cNvPr>
          <p:cNvSpPr/>
          <p:nvPr/>
        </p:nvSpPr>
        <p:spPr>
          <a:xfrm>
            <a:off x="3316888" y="916351"/>
            <a:ext cx="2381251" cy="8493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ABE6AF6-92D1-84E9-89DD-E48A2B04B040}"/>
              </a:ext>
            </a:extLst>
          </p:cNvPr>
          <p:cNvCxnSpPr/>
          <p:nvPr/>
        </p:nvCxnSpPr>
        <p:spPr>
          <a:xfrm>
            <a:off x="935637" y="9981049"/>
            <a:ext cx="2381251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BD0C74A-63F8-A881-5556-D1AC2508CDD1}"/>
              </a:ext>
            </a:extLst>
          </p:cNvPr>
          <p:cNvCxnSpPr>
            <a:cxnSpLocks/>
          </p:cNvCxnSpPr>
          <p:nvPr/>
        </p:nvCxnSpPr>
        <p:spPr>
          <a:xfrm>
            <a:off x="3295967" y="9981049"/>
            <a:ext cx="24021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96C6255-2907-A8F7-C46B-A051F28E4053}"/>
              </a:ext>
            </a:extLst>
          </p:cNvPr>
          <p:cNvSpPr txBox="1"/>
          <p:nvPr/>
        </p:nvSpPr>
        <p:spPr>
          <a:xfrm>
            <a:off x="1423985" y="10100439"/>
            <a:ext cx="1404552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923EA0-8043-9972-247E-C3825ADCE9CF}"/>
              </a:ext>
            </a:extLst>
          </p:cNvPr>
          <p:cNvSpPr txBox="1"/>
          <p:nvPr/>
        </p:nvSpPr>
        <p:spPr>
          <a:xfrm>
            <a:off x="3784314" y="10100439"/>
            <a:ext cx="1404552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2E860A-6969-DCBE-5FE1-12DB23469A86}"/>
              </a:ext>
            </a:extLst>
          </p:cNvPr>
          <p:cNvSpPr txBox="1"/>
          <p:nvPr/>
        </p:nvSpPr>
        <p:spPr>
          <a:xfrm>
            <a:off x="1514843" y="1513985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B3BA4B-EF53-71CB-0396-6D7B9449DE69}"/>
              </a:ext>
            </a:extLst>
          </p:cNvPr>
          <p:cNvSpPr txBox="1"/>
          <p:nvPr/>
        </p:nvSpPr>
        <p:spPr>
          <a:xfrm>
            <a:off x="3896096" y="1489850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4AB7E7-38F7-027E-F269-80A92CBC0634}"/>
              </a:ext>
            </a:extLst>
          </p:cNvPr>
          <p:cNvSpPr/>
          <p:nvPr/>
        </p:nvSpPr>
        <p:spPr>
          <a:xfrm>
            <a:off x="1277350" y="2227702"/>
            <a:ext cx="463163" cy="7181842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7D348A-33A2-F13B-A392-00FE38698FCF}"/>
              </a:ext>
            </a:extLst>
          </p:cNvPr>
          <p:cNvSpPr txBox="1"/>
          <p:nvPr/>
        </p:nvSpPr>
        <p:spPr>
          <a:xfrm rot="16200000">
            <a:off x="1249887" y="5781200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5502417-1B3E-7DD1-4B34-5E37336A31F8}"/>
              </a:ext>
            </a:extLst>
          </p:cNvPr>
          <p:cNvCxnSpPr>
            <a:cxnSpLocks/>
          </p:cNvCxnSpPr>
          <p:nvPr/>
        </p:nvCxnSpPr>
        <p:spPr>
          <a:xfrm flipV="1">
            <a:off x="935635" y="894202"/>
            <a:ext cx="0" cy="852570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5DDC4AA-9959-EE32-B94A-FD93E82FE6F6}"/>
              </a:ext>
            </a:extLst>
          </p:cNvPr>
          <p:cNvSpPr txBox="1"/>
          <p:nvPr/>
        </p:nvSpPr>
        <p:spPr>
          <a:xfrm rot="16200000">
            <a:off x="-2551820" y="5046265"/>
            <a:ext cx="59346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Stimulation Current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3A04D82-EF25-8C13-9B8A-8C8E8030EA85}"/>
              </a:ext>
            </a:extLst>
          </p:cNvPr>
          <p:cNvSpPr/>
          <p:nvPr/>
        </p:nvSpPr>
        <p:spPr>
          <a:xfrm>
            <a:off x="3774538" y="2215918"/>
            <a:ext cx="463163" cy="7181842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5F3291-74BE-402E-9104-FD4C3FA2DC6A}"/>
              </a:ext>
            </a:extLst>
          </p:cNvPr>
          <p:cNvSpPr txBox="1"/>
          <p:nvPr/>
        </p:nvSpPr>
        <p:spPr>
          <a:xfrm rot="16200000">
            <a:off x="3721717" y="5726950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6195E2-0213-33B0-93D6-31D36B80D95E}"/>
              </a:ext>
            </a:extLst>
          </p:cNvPr>
          <p:cNvSpPr txBox="1"/>
          <p:nvPr/>
        </p:nvSpPr>
        <p:spPr>
          <a:xfrm>
            <a:off x="4267310" y="8533666"/>
            <a:ext cx="100380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9684315-DDC9-6740-538B-865125281E8B}"/>
              </a:ext>
            </a:extLst>
          </p:cNvPr>
          <p:cNvCxnSpPr>
            <a:cxnSpLocks/>
          </p:cNvCxnSpPr>
          <p:nvPr/>
        </p:nvCxnSpPr>
        <p:spPr>
          <a:xfrm>
            <a:off x="1276850" y="8998585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5779555-4093-ACF9-9023-8865E4829A7D}"/>
              </a:ext>
            </a:extLst>
          </p:cNvPr>
          <p:cNvSpPr txBox="1"/>
          <p:nvPr/>
        </p:nvSpPr>
        <p:spPr>
          <a:xfrm>
            <a:off x="1733878" y="8538761"/>
            <a:ext cx="100380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866FD66-DB1F-C892-FBCC-5F25E5A2FE6C}"/>
              </a:ext>
            </a:extLst>
          </p:cNvPr>
          <p:cNvCxnSpPr>
            <a:cxnSpLocks/>
          </p:cNvCxnSpPr>
          <p:nvPr/>
        </p:nvCxnSpPr>
        <p:spPr>
          <a:xfrm>
            <a:off x="3804146" y="8988660"/>
            <a:ext cx="4631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977CEACB-EBFE-2007-5D78-981B83F36A2A}"/>
              </a:ext>
            </a:extLst>
          </p:cNvPr>
          <p:cNvSpPr/>
          <p:nvPr/>
        </p:nvSpPr>
        <p:spPr>
          <a:xfrm>
            <a:off x="5691137" y="916350"/>
            <a:ext cx="2381251" cy="85069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2956594-D64D-1444-84EC-F404944EFFC4}"/>
              </a:ext>
            </a:extLst>
          </p:cNvPr>
          <p:cNvSpPr/>
          <p:nvPr/>
        </p:nvSpPr>
        <p:spPr>
          <a:xfrm>
            <a:off x="8072386" y="916350"/>
            <a:ext cx="2381251" cy="85069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12C3BA0-D05A-E09F-22D7-716D5F54220F}"/>
              </a:ext>
            </a:extLst>
          </p:cNvPr>
          <p:cNvSpPr txBox="1"/>
          <p:nvPr/>
        </p:nvSpPr>
        <p:spPr>
          <a:xfrm>
            <a:off x="6270343" y="1527755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53A1483-BEA3-15C4-EA8A-4C0EC5952823}"/>
              </a:ext>
            </a:extLst>
          </p:cNvPr>
          <p:cNvSpPr txBox="1"/>
          <p:nvPr/>
        </p:nvSpPr>
        <p:spPr>
          <a:xfrm>
            <a:off x="8651594" y="1503621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5AA9CE2-3769-D3EB-4727-BD59603B3267}"/>
              </a:ext>
            </a:extLst>
          </p:cNvPr>
          <p:cNvSpPr/>
          <p:nvPr/>
        </p:nvSpPr>
        <p:spPr>
          <a:xfrm>
            <a:off x="6032850" y="2241471"/>
            <a:ext cx="463163" cy="7181842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21F231-D92F-7267-123E-92CE9E1DC72D}"/>
              </a:ext>
            </a:extLst>
          </p:cNvPr>
          <p:cNvSpPr txBox="1"/>
          <p:nvPr/>
        </p:nvSpPr>
        <p:spPr>
          <a:xfrm rot="16200000">
            <a:off x="6005386" y="5794971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4B62AE7-4FD8-6243-D8A3-F8ED5ED02BDB}"/>
              </a:ext>
            </a:extLst>
          </p:cNvPr>
          <p:cNvSpPr/>
          <p:nvPr/>
        </p:nvSpPr>
        <p:spPr>
          <a:xfrm>
            <a:off x="8530038" y="2229689"/>
            <a:ext cx="463163" cy="7181842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EFE9B8-85B9-8F69-0C28-B3DF4FA19369}"/>
              </a:ext>
            </a:extLst>
          </p:cNvPr>
          <p:cNvSpPr txBox="1"/>
          <p:nvPr/>
        </p:nvSpPr>
        <p:spPr>
          <a:xfrm rot="16200000">
            <a:off x="8520817" y="5782203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1CEAFF-89C3-C683-4125-B77D47D0A034}"/>
              </a:ext>
            </a:extLst>
          </p:cNvPr>
          <p:cNvSpPr txBox="1"/>
          <p:nvPr/>
        </p:nvSpPr>
        <p:spPr>
          <a:xfrm>
            <a:off x="5271111" y="0"/>
            <a:ext cx="62119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Alternating Learning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1193A55-B547-6CD6-38F0-4ECA78398719}"/>
              </a:ext>
            </a:extLst>
          </p:cNvPr>
          <p:cNvSpPr/>
          <p:nvPr/>
        </p:nvSpPr>
        <p:spPr>
          <a:xfrm>
            <a:off x="10553132" y="5926065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B38279E-4C8C-37A0-28FF-217643A497F9}"/>
              </a:ext>
            </a:extLst>
          </p:cNvPr>
          <p:cNvSpPr/>
          <p:nvPr/>
        </p:nvSpPr>
        <p:spPr>
          <a:xfrm>
            <a:off x="10795835" y="5922095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03FDFEF-1A68-8465-C6C2-2B3A450E7FF9}"/>
              </a:ext>
            </a:extLst>
          </p:cNvPr>
          <p:cNvSpPr/>
          <p:nvPr/>
        </p:nvSpPr>
        <p:spPr>
          <a:xfrm>
            <a:off x="11054577" y="5922095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24611C8-897C-63F0-087C-34816D53CD88}"/>
              </a:ext>
            </a:extLst>
          </p:cNvPr>
          <p:cNvSpPr/>
          <p:nvPr/>
        </p:nvSpPr>
        <p:spPr>
          <a:xfrm>
            <a:off x="11374449" y="916350"/>
            <a:ext cx="2381251" cy="85310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D5ADA9A-ED1A-5F5C-1A54-D023FF4B29A4}"/>
              </a:ext>
            </a:extLst>
          </p:cNvPr>
          <p:cNvSpPr/>
          <p:nvPr/>
        </p:nvSpPr>
        <p:spPr>
          <a:xfrm>
            <a:off x="13755700" y="916349"/>
            <a:ext cx="2381251" cy="85311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C00A73-6080-388C-CF5C-9591C1A94BEE}"/>
              </a:ext>
            </a:extLst>
          </p:cNvPr>
          <p:cNvSpPr txBox="1"/>
          <p:nvPr/>
        </p:nvSpPr>
        <p:spPr>
          <a:xfrm>
            <a:off x="11653095" y="1537831"/>
            <a:ext cx="182396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1000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CD15AD1-949A-3D09-23A0-8EAFA9BAFFB6}"/>
              </a:ext>
            </a:extLst>
          </p:cNvPr>
          <p:cNvSpPr txBox="1"/>
          <p:nvPr/>
        </p:nvSpPr>
        <p:spPr>
          <a:xfrm>
            <a:off x="13998868" y="1544845"/>
            <a:ext cx="182396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1000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D7FDBDE-7F0F-8C10-C5A0-E404972F2D6A}"/>
              </a:ext>
            </a:extLst>
          </p:cNvPr>
          <p:cNvSpPr/>
          <p:nvPr/>
        </p:nvSpPr>
        <p:spPr>
          <a:xfrm>
            <a:off x="11716162" y="2265600"/>
            <a:ext cx="463163" cy="7128750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E2A8B4E-E62E-834E-7B22-A3B457E53E95}"/>
              </a:ext>
            </a:extLst>
          </p:cNvPr>
          <p:cNvSpPr txBox="1"/>
          <p:nvPr/>
        </p:nvSpPr>
        <p:spPr>
          <a:xfrm rot="16200000">
            <a:off x="11688699" y="5819100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A5CC91B-D091-7A07-9D56-45FE7C5F106F}"/>
              </a:ext>
            </a:extLst>
          </p:cNvPr>
          <p:cNvSpPr/>
          <p:nvPr/>
        </p:nvSpPr>
        <p:spPr>
          <a:xfrm>
            <a:off x="14213350" y="2253818"/>
            <a:ext cx="463163" cy="7181842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2578EC1-EBD0-84DA-61B1-4B81C74D7C31}"/>
              </a:ext>
            </a:extLst>
          </p:cNvPr>
          <p:cNvSpPr txBox="1"/>
          <p:nvPr/>
        </p:nvSpPr>
        <p:spPr>
          <a:xfrm rot="16200000">
            <a:off x="14204131" y="5806332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EB61A61-EDD7-D7A8-5A85-C851C5777C44}"/>
              </a:ext>
            </a:extLst>
          </p:cNvPr>
          <p:cNvCxnSpPr>
            <a:cxnSpLocks/>
          </p:cNvCxnSpPr>
          <p:nvPr/>
        </p:nvCxnSpPr>
        <p:spPr>
          <a:xfrm flipV="1">
            <a:off x="974611" y="9397761"/>
            <a:ext cx="15688162" cy="2214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08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31</Words>
  <Application>Microsoft Macintosh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1</cp:revision>
  <dcterms:created xsi:type="dcterms:W3CDTF">2025-01-28T22:41:47Z</dcterms:created>
  <dcterms:modified xsi:type="dcterms:W3CDTF">2025-01-28T23:04:36Z</dcterms:modified>
</cp:coreProperties>
</file>