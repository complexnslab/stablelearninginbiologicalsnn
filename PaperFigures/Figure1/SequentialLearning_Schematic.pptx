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>
      <p:cViewPr varScale="1">
        <p:scale>
          <a:sx n="74" d="100"/>
          <a:sy n="74" d="100"/>
        </p:scale>
        <p:origin x="1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a Razavi" userId="904038e0-47ff-4f77-ac26-7244a83cfac5" providerId="ADAL" clId="{E0E52A11-90FC-B045-A2AA-171EBB50BD50}"/>
    <pc:docChg chg="modSld">
      <pc:chgData name="Arshia Razavi" userId="904038e0-47ff-4f77-ac26-7244a83cfac5" providerId="ADAL" clId="{E0E52A11-90FC-B045-A2AA-171EBB50BD50}" dt="2025-01-28T23:03:20.651" v="6" actId="1076"/>
      <pc:docMkLst>
        <pc:docMk/>
      </pc:docMkLst>
      <pc:sldChg chg="modSp mod">
        <pc:chgData name="Arshia Razavi" userId="904038e0-47ff-4f77-ac26-7244a83cfac5" providerId="ADAL" clId="{E0E52A11-90FC-B045-A2AA-171EBB50BD50}" dt="2025-01-28T23:03:20.651" v="6" actId="1076"/>
        <pc:sldMkLst>
          <pc:docMk/>
          <pc:sldMk cId="3319510395" sldId="256"/>
        </pc:sldMkLst>
        <pc:spChg chg="mod">
          <ac:chgData name="Arshia Razavi" userId="904038e0-47ff-4f77-ac26-7244a83cfac5" providerId="ADAL" clId="{E0E52A11-90FC-B045-A2AA-171EBB50BD50}" dt="2025-01-28T23:02:53.845" v="0" actId="14100"/>
          <ac:spMkLst>
            <pc:docMk/>
            <pc:sldMk cId="3319510395" sldId="256"/>
            <ac:spMk id="75" creationId="{1E34B469-FA97-5FA2-2B5A-02A7ACB181C3}"/>
          </ac:spMkLst>
        </pc:spChg>
        <pc:spChg chg="mod">
          <ac:chgData name="Arshia Razavi" userId="904038e0-47ff-4f77-ac26-7244a83cfac5" providerId="ADAL" clId="{E0E52A11-90FC-B045-A2AA-171EBB50BD50}" dt="2025-01-28T23:03:04.995" v="3" actId="14100"/>
          <ac:spMkLst>
            <pc:docMk/>
            <pc:sldMk cId="3319510395" sldId="256"/>
            <ac:spMk id="76" creationId="{E2CB9B9C-1582-E633-90B0-7DFCC1D7ED4B}"/>
          </ac:spMkLst>
        </pc:spChg>
        <pc:spChg chg="mod">
          <ac:chgData name="Arshia Razavi" userId="904038e0-47ff-4f77-ac26-7244a83cfac5" providerId="ADAL" clId="{E0E52A11-90FC-B045-A2AA-171EBB50BD50}" dt="2025-01-28T23:02:58.955" v="1" actId="14100"/>
          <ac:spMkLst>
            <pc:docMk/>
            <pc:sldMk cId="3319510395" sldId="256"/>
            <ac:spMk id="94" creationId="{DFF5D764-34D8-633B-26B2-7D5BF84DFC6E}"/>
          </ac:spMkLst>
        </pc:spChg>
        <pc:spChg chg="mod">
          <ac:chgData name="Arshia Razavi" userId="904038e0-47ff-4f77-ac26-7244a83cfac5" providerId="ADAL" clId="{E0E52A11-90FC-B045-A2AA-171EBB50BD50}" dt="2025-01-28T23:03:08.980" v="5" actId="14100"/>
          <ac:spMkLst>
            <pc:docMk/>
            <pc:sldMk cId="3319510395" sldId="256"/>
            <ac:spMk id="95" creationId="{03DA5594-C4EF-F965-4308-2B3C66938044}"/>
          </ac:spMkLst>
        </pc:spChg>
        <pc:spChg chg="mod">
          <ac:chgData name="Arshia Razavi" userId="904038e0-47ff-4f77-ac26-7244a83cfac5" providerId="ADAL" clId="{E0E52A11-90FC-B045-A2AA-171EBB50BD50}" dt="2025-01-28T23:03:20.651" v="6" actId="1076"/>
          <ac:spMkLst>
            <pc:docMk/>
            <pc:sldMk cId="3319510395" sldId="256"/>
            <ac:spMk id="105" creationId="{FB78049C-2DF0-2FDF-B6EF-FD5929835AD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15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81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71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88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5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5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988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32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40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43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37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99C0C4-9A5A-9F41-B1B0-DB6A4B0F7561}" type="datetimeFigureOut">
              <a:rPr lang="en-US" smtClean="0"/>
              <a:t>1/28/25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B9EB4-A1E7-EF41-9DE0-823026858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06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>
            <a:extLst>
              <a:ext uri="{FF2B5EF4-FFF2-40B4-BE49-F238E27FC236}">
                <a16:creationId xmlns:a16="http://schemas.microsoft.com/office/drawing/2014/main" id="{3575ADE5-CDD9-D0CE-EBD7-8712A816D16A}"/>
              </a:ext>
            </a:extLst>
          </p:cNvPr>
          <p:cNvSpPr txBox="1"/>
          <p:nvPr/>
        </p:nvSpPr>
        <p:spPr>
          <a:xfrm>
            <a:off x="12717727" y="9503658"/>
            <a:ext cx="16114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1E34B469-FA97-5FA2-2B5A-02A7ACB181C3}"/>
              </a:ext>
            </a:extLst>
          </p:cNvPr>
          <p:cNvSpPr/>
          <p:nvPr/>
        </p:nvSpPr>
        <p:spPr>
          <a:xfrm>
            <a:off x="876752" y="821944"/>
            <a:ext cx="2381251" cy="85257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2CB9B9C-1582-E633-90B0-7DFCC1D7ED4B}"/>
              </a:ext>
            </a:extLst>
          </p:cNvPr>
          <p:cNvSpPr/>
          <p:nvPr/>
        </p:nvSpPr>
        <p:spPr>
          <a:xfrm>
            <a:off x="6639224" y="832084"/>
            <a:ext cx="2381251" cy="8503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8E9EAA9-DBC0-8C27-1449-B26CAF8F352E}"/>
              </a:ext>
            </a:extLst>
          </p:cNvPr>
          <p:cNvSpPr/>
          <p:nvPr/>
        </p:nvSpPr>
        <p:spPr>
          <a:xfrm>
            <a:off x="3450408" y="5497689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97100F4-2776-4A6A-A2E9-0D755C6E55EC}"/>
              </a:ext>
            </a:extLst>
          </p:cNvPr>
          <p:cNvSpPr/>
          <p:nvPr/>
        </p:nvSpPr>
        <p:spPr>
          <a:xfrm>
            <a:off x="3693112" y="5493719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AA9A7089-243D-31D2-A36D-9EA24D9E7368}"/>
              </a:ext>
            </a:extLst>
          </p:cNvPr>
          <p:cNvSpPr/>
          <p:nvPr/>
        </p:nvSpPr>
        <p:spPr>
          <a:xfrm>
            <a:off x="3951853" y="5493719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59FA84C-DCDC-596C-7332-36D9DADD50A2}"/>
              </a:ext>
            </a:extLst>
          </p:cNvPr>
          <p:cNvCxnSpPr>
            <a:cxnSpLocks/>
          </p:cNvCxnSpPr>
          <p:nvPr/>
        </p:nvCxnSpPr>
        <p:spPr>
          <a:xfrm>
            <a:off x="876752" y="9919157"/>
            <a:ext cx="2381251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2ACF494-57F2-D692-B2AA-028554492218}"/>
              </a:ext>
            </a:extLst>
          </p:cNvPr>
          <p:cNvSpPr txBox="1"/>
          <p:nvPr/>
        </p:nvSpPr>
        <p:spPr>
          <a:xfrm>
            <a:off x="1365100" y="10038547"/>
            <a:ext cx="1404552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A8AB8D8-E013-B965-589B-834F3B6922C1}"/>
              </a:ext>
            </a:extLst>
          </p:cNvPr>
          <p:cNvSpPr txBox="1"/>
          <p:nvPr/>
        </p:nvSpPr>
        <p:spPr>
          <a:xfrm>
            <a:off x="1455958" y="1452093"/>
            <a:ext cx="1222835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45401D5-D3FD-1276-C0C5-3AC7B49D9CD3}"/>
              </a:ext>
            </a:extLst>
          </p:cNvPr>
          <p:cNvSpPr txBox="1"/>
          <p:nvPr/>
        </p:nvSpPr>
        <p:spPr>
          <a:xfrm>
            <a:off x="7220247" y="1438093"/>
            <a:ext cx="1222835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3E555CAF-5631-8A6C-CFE8-634E491D6BA4}"/>
              </a:ext>
            </a:extLst>
          </p:cNvPr>
          <p:cNvSpPr/>
          <p:nvPr/>
        </p:nvSpPr>
        <p:spPr>
          <a:xfrm>
            <a:off x="1218465" y="2165810"/>
            <a:ext cx="463163" cy="7181842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B4061E7-363D-C7ED-6443-0491C5E9833F}"/>
              </a:ext>
            </a:extLst>
          </p:cNvPr>
          <p:cNvSpPr txBox="1"/>
          <p:nvPr/>
        </p:nvSpPr>
        <p:spPr>
          <a:xfrm rot="16200000">
            <a:off x="1191002" y="5719308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FA5BD4A-02B5-E6FB-1C00-FB07BF8C3136}"/>
              </a:ext>
            </a:extLst>
          </p:cNvPr>
          <p:cNvCxnSpPr>
            <a:cxnSpLocks/>
          </p:cNvCxnSpPr>
          <p:nvPr/>
        </p:nvCxnSpPr>
        <p:spPr>
          <a:xfrm flipV="1">
            <a:off x="914851" y="832084"/>
            <a:ext cx="0" cy="852570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E7DC961-54A2-F4D1-34C8-E6E0C3B6D160}"/>
              </a:ext>
            </a:extLst>
          </p:cNvPr>
          <p:cNvSpPr txBox="1"/>
          <p:nvPr/>
        </p:nvSpPr>
        <p:spPr>
          <a:xfrm rot="16200000">
            <a:off x="-2588978" y="5168221"/>
            <a:ext cx="5934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Current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BCB2D466-5307-5FF3-0FAF-41AA59FD7D3D}"/>
              </a:ext>
            </a:extLst>
          </p:cNvPr>
          <p:cNvSpPr/>
          <p:nvPr/>
        </p:nvSpPr>
        <p:spPr>
          <a:xfrm>
            <a:off x="7098690" y="2164161"/>
            <a:ext cx="463163" cy="718184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6103B7B-EAE9-B98F-0F28-816AEBFF0F14}"/>
              </a:ext>
            </a:extLst>
          </p:cNvPr>
          <p:cNvSpPr txBox="1"/>
          <p:nvPr/>
        </p:nvSpPr>
        <p:spPr>
          <a:xfrm rot="16200000">
            <a:off x="7045869" y="5675194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D624F37-B2BD-A333-BA11-30C4954A55E6}"/>
              </a:ext>
            </a:extLst>
          </p:cNvPr>
          <p:cNvSpPr txBox="1"/>
          <p:nvPr/>
        </p:nvSpPr>
        <p:spPr>
          <a:xfrm>
            <a:off x="7748088" y="8476869"/>
            <a:ext cx="100380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0F81C1A9-6944-9980-D1BA-468251CDF12F}"/>
              </a:ext>
            </a:extLst>
          </p:cNvPr>
          <p:cNvCxnSpPr>
            <a:cxnSpLocks/>
          </p:cNvCxnSpPr>
          <p:nvPr/>
        </p:nvCxnSpPr>
        <p:spPr>
          <a:xfrm>
            <a:off x="1217965" y="8936693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8E483F2C-7437-CC57-D8AE-6735C8EC0DD4}"/>
              </a:ext>
            </a:extLst>
          </p:cNvPr>
          <p:cNvSpPr txBox="1"/>
          <p:nvPr/>
        </p:nvSpPr>
        <p:spPr>
          <a:xfrm>
            <a:off x="1674993" y="8476869"/>
            <a:ext cx="100380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ACC0E6C-9209-89F3-6BE6-8036E8B3CA08}"/>
              </a:ext>
            </a:extLst>
          </p:cNvPr>
          <p:cNvCxnSpPr>
            <a:cxnSpLocks/>
          </p:cNvCxnSpPr>
          <p:nvPr/>
        </p:nvCxnSpPr>
        <p:spPr>
          <a:xfrm>
            <a:off x="7128298" y="8936903"/>
            <a:ext cx="4631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DFF5D764-34D8-633B-26B2-7D5BF84DFC6E}"/>
              </a:ext>
            </a:extLst>
          </p:cNvPr>
          <p:cNvSpPr/>
          <p:nvPr/>
        </p:nvSpPr>
        <p:spPr>
          <a:xfrm>
            <a:off x="4254821" y="821944"/>
            <a:ext cx="2381251" cy="853764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03DA5594-C4EF-F965-4308-2B3C66938044}"/>
              </a:ext>
            </a:extLst>
          </p:cNvPr>
          <p:cNvSpPr/>
          <p:nvPr/>
        </p:nvSpPr>
        <p:spPr>
          <a:xfrm>
            <a:off x="10069427" y="832083"/>
            <a:ext cx="2381251" cy="85675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CD6AD10-9ED2-15E8-B549-BDCB16650BE0}"/>
              </a:ext>
            </a:extLst>
          </p:cNvPr>
          <p:cNvSpPr txBox="1"/>
          <p:nvPr/>
        </p:nvSpPr>
        <p:spPr>
          <a:xfrm>
            <a:off x="4570787" y="1443493"/>
            <a:ext cx="182396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8850BF2-036A-A8C6-9DDA-799ABDBDD10B}"/>
              </a:ext>
            </a:extLst>
          </p:cNvPr>
          <p:cNvSpPr txBox="1"/>
          <p:nvPr/>
        </p:nvSpPr>
        <p:spPr>
          <a:xfrm>
            <a:off x="10394340" y="1463876"/>
            <a:ext cx="1823961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E781581F-DD6F-3E52-B0C7-A941CB5DEC04}"/>
              </a:ext>
            </a:extLst>
          </p:cNvPr>
          <p:cNvSpPr/>
          <p:nvPr/>
        </p:nvSpPr>
        <p:spPr>
          <a:xfrm>
            <a:off x="4596534" y="2177747"/>
            <a:ext cx="463163" cy="7181842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C8611CB-3D08-ACEC-D494-85431E3FFAF7}"/>
              </a:ext>
            </a:extLst>
          </p:cNvPr>
          <p:cNvSpPr txBox="1"/>
          <p:nvPr/>
        </p:nvSpPr>
        <p:spPr>
          <a:xfrm rot="16200000">
            <a:off x="4569071" y="5731246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BF8125B2-2C31-1A23-6166-0E2ED8CA0007}"/>
              </a:ext>
            </a:extLst>
          </p:cNvPr>
          <p:cNvSpPr/>
          <p:nvPr/>
        </p:nvSpPr>
        <p:spPr>
          <a:xfrm>
            <a:off x="10573346" y="2165813"/>
            <a:ext cx="463163" cy="718184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D6E4047-DC3E-6169-ACF9-9E5103E6F36F}"/>
              </a:ext>
            </a:extLst>
          </p:cNvPr>
          <p:cNvSpPr txBox="1"/>
          <p:nvPr/>
        </p:nvSpPr>
        <p:spPr>
          <a:xfrm rot="16200000">
            <a:off x="10520525" y="5676848"/>
            <a:ext cx="51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BE4EC03-D1AD-2297-CA32-DA47D5B55B92}"/>
              </a:ext>
            </a:extLst>
          </p:cNvPr>
          <p:cNvCxnSpPr>
            <a:cxnSpLocks/>
          </p:cNvCxnSpPr>
          <p:nvPr/>
        </p:nvCxnSpPr>
        <p:spPr>
          <a:xfrm>
            <a:off x="876750" y="9394622"/>
            <a:ext cx="123063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6EE5A7B3-A971-7EF9-EB52-B5D038488CC7}"/>
              </a:ext>
            </a:extLst>
          </p:cNvPr>
          <p:cNvCxnSpPr>
            <a:cxnSpLocks/>
          </p:cNvCxnSpPr>
          <p:nvPr/>
        </p:nvCxnSpPr>
        <p:spPr>
          <a:xfrm>
            <a:off x="6628762" y="9884659"/>
            <a:ext cx="24021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75B666F2-9F29-C0A8-0255-F6E24A51BA0F}"/>
              </a:ext>
            </a:extLst>
          </p:cNvPr>
          <p:cNvSpPr txBox="1"/>
          <p:nvPr/>
        </p:nvSpPr>
        <p:spPr>
          <a:xfrm>
            <a:off x="7143285" y="10038547"/>
            <a:ext cx="1404552" cy="52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B78049C-2DF0-2FDF-B6EF-FD5929835AD6}"/>
              </a:ext>
            </a:extLst>
          </p:cNvPr>
          <p:cNvSpPr txBox="1"/>
          <p:nvPr/>
        </p:nvSpPr>
        <p:spPr>
          <a:xfrm>
            <a:off x="3943096" y="-38422"/>
            <a:ext cx="60773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Sequential Learning</a:t>
            </a: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C41DF02-9170-56AD-1E24-D41E4D28E22A}"/>
              </a:ext>
            </a:extLst>
          </p:cNvPr>
          <p:cNvSpPr/>
          <p:nvPr/>
        </p:nvSpPr>
        <p:spPr>
          <a:xfrm>
            <a:off x="9231354" y="5572365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AF3FBB6B-DD54-D56E-B7D7-5A90EEC9A275}"/>
              </a:ext>
            </a:extLst>
          </p:cNvPr>
          <p:cNvSpPr/>
          <p:nvPr/>
        </p:nvSpPr>
        <p:spPr>
          <a:xfrm>
            <a:off x="9474057" y="5568394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FE588871-1CF3-05AF-32FE-6260A8C4865B}"/>
              </a:ext>
            </a:extLst>
          </p:cNvPr>
          <p:cNvSpPr/>
          <p:nvPr/>
        </p:nvSpPr>
        <p:spPr>
          <a:xfrm>
            <a:off x="9732799" y="5568394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</p:spTree>
    <p:extLst>
      <p:ext uri="{BB962C8B-B14F-4D97-AF65-F5344CB8AC3E}">
        <p14:creationId xmlns:p14="http://schemas.microsoft.com/office/powerpoint/2010/main" val="3319510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25</Words>
  <Application>Microsoft Macintosh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1</cp:revision>
  <dcterms:created xsi:type="dcterms:W3CDTF">2025-01-28T22:44:55Z</dcterms:created>
  <dcterms:modified xsi:type="dcterms:W3CDTF">2025-01-28T23:03:23Z</dcterms:modified>
</cp:coreProperties>
</file>