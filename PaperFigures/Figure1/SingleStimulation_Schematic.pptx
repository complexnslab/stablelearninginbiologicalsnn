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83024-9FE8-6346-865C-EF2FFC7244D1}" v="3" dt="2025-01-31T22:42:5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71" d="100"/>
          <a:sy n="71" d="100"/>
        </p:scale>
        <p:origin x="32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A583024-9FE8-6346-865C-EF2FFC7244D1}"/>
    <pc:docChg chg="undo custSel modSld">
      <pc:chgData name="Arshia Razavi" userId="904038e0-47ff-4f77-ac26-7244a83cfac5" providerId="ADAL" clId="{1A583024-9FE8-6346-865C-EF2FFC7244D1}" dt="2025-01-31T22:43:53.248" v="46" actId="1076"/>
      <pc:docMkLst>
        <pc:docMk/>
      </pc:docMkLst>
      <pc:sldChg chg="addSp delSp modSp mod">
        <pc:chgData name="Arshia Razavi" userId="904038e0-47ff-4f77-ac26-7244a83cfac5" providerId="ADAL" clId="{1A583024-9FE8-6346-865C-EF2FFC7244D1}" dt="2025-01-31T22:43:53.248" v="46" actId="1076"/>
        <pc:sldMkLst>
          <pc:docMk/>
          <pc:sldMk cId="3297373064" sldId="256"/>
        </pc:sldMkLst>
        <pc:spChg chg="add mod">
          <ac:chgData name="Arshia Razavi" userId="904038e0-47ff-4f77-ac26-7244a83cfac5" providerId="ADAL" clId="{1A583024-9FE8-6346-865C-EF2FFC7244D1}" dt="2025-01-31T22:42:49.357" v="8" actId="1076"/>
          <ac:spMkLst>
            <pc:docMk/>
            <pc:sldMk cId="3297373064" sldId="256"/>
            <ac:spMk id="2" creationId="{404C5B86-4BF7-A69F-00C9-3033BC4FAA96}"/>
          </ac:spMkLst>
        </pc:spChg>
        <pc:spChg chg="add mod">
          <ac:chgData name="Arshia Razavi" userId="904038e0-47ff-4f77-ac26-7244a83cfac5" providerId="ADAL" clId="{1A583024-9FE8-6346-865C-EF2FFC7244D1}" dt="2025-01-31T22:42:51.433" v="10" actId="1076"/>
          <ac:spMkLst>
            <pc:docMk/>
            <pc:sldMk cId="3297373064" sldId="256"/>
            <ac:spMk id="3" creationId="{CFF698CD-BFA1-1BFC-92C2-D9887FE53A51}"/>
          </ac:spMkLst>
        </pc:spChg>
        <pc:spChg chg="add mod">
          <ac:chgData name="Arshia Razavi" userId="904038e0-47ff-4f77-ac26-7244a83cfac5" providerId="ADAL" clId="{1A583024-9FE8-6346-865C-EF2FFC7244D1}" dt="2025-01-31T22:42:53.540" v="12" actId="1076"/>
          <ac:spMkLst>
            <pc:docMk/>
            <pc:sldMk cId="3297373064" sldId="256"/>
            <ac:spMk id="4" creationId="{41E0344C-4709-1D20-2A75-3C7E26B9B1F4}"/>
          </ac:spMkLst>
        </pc:spChg>
        <pc:spChg chg="mod">
          <ac:chgData name="Arshia Razavi" userId="904038e0-47ff-4f77-ac26-7244a83cfac5" providerId="ADAL" clId="{1A583024-9FE8-6346-865C-EF2FFC7244D1}" dt="2025-01-31T22:42:57.290" v="13" actId="1076"/>
          <ac:spMkLst>
            <pc:docMk/>
            <pc:sldMk cId="3297373064" sldId="256"/>
            <ac:spMk id="58" creationId="{6C026F96-27B2-DCCB-F6D1-32F72E06BE4F}"/>
          </ac:spMkLst>
        </pc:spChg>
        <pc:spChg chg="mod">
          <ac:chgData name="Arshia Razavi" userId="904038e0-47ff-4f77-ac26-7244a83cfac5" providerId="ADAL" clId="{1A583024-9FE8-6346-865C-EF2FFC7244D1}" dt="2025-01-31T22:43:09.059" v="19" actId="1076"/>
          <ac:spMkLst>
            <pc:docMk/>
            <pc:sldMk cId="3297373064" sldId="256"/>
            <ac:spMk id="60" creationId="{2261CE04-5DF4-FF89-3260-40F461541F72}"/>
          </ac:spMkLst>
        </pc:spChg>
        <pc:spChg chg="add del mod">
          <ac:chgData name="Arshia Razavi" userId="904038e0-47ff-4f77-ac26-7244a83cfac5" providerId="ADAL" clId="{1A583024-9FE8-6346-865C-EF2FFC7244D1}" dt="2025-01-31T22:43:53.248" v="46" actId="1076"/>
          <ac:spMkLst>
            <pc:docMk/>
            <pc:sldMk cId="3297373064" sldId="256"/>
            <ac:spMk id="61" creationId="{2214D774-C040-5201-C1A4-818171D3A5D7}"/>
          </ac:spMkLst>
        </pc:spChg>
        <pc:spChg chg="mod">
          <ac:chgData name="Arshia Razavi" userId="904038e0-47ff-4f77-ac26-7244a83cfac5" providerId="ADAL" clId="{1A583024-9FE8-6346-865C-EF2FFC7244D1}" dt="2025-01-31T22:43:15.011" v="21" actId="1076"/>
          <ac:spMkLst>
            <pc:docMk/>
            <pc:sldMk cId="3297373064" sldId="256"/>
            <ac:spMk id="65" creationId="{85F35BE7-2201-FFB1-A5CE-2DCA9D5005B6}"/>
          </ac:spMkLst>
        </pc:spChg>
        <pc:spChg chg="mod">
          <ac:chgData name="Arshia Razavi" userId="904038e0-47ff-4f77-ac26-7244a83cfac5" providerId="ADAL" clId="{1A583024-9FE8-6346-865C-EF2FFC7244D1}" dt="2025-01-31T22:43:19.531" v="22" actId="1076"/>
          <ac:spMkLst>
            <pc:docMk/>
            <pc:sldMk cId="3297373064" sldId="256"/>
            <ac:spMk id="67" creationId="{8F907989-26EF-8AB6-77C9-037A45913568}"/>
          </ac:spMkLst>
        </pc:spChg>
        <pc:spChg chg="del mod">
          <ac:chgData name="Arshia Razavi" userId="904038e0-47ff-4f77-ac26-7244a83cfac5" providerId="ADAL" clId="{1A583024-9FE8-6346-865C-EF2FFC7244D1}" dt="2025-01-31T22:42:34.398" v="1" actId="478"/>
          <ac:spMkLst>
            <pc:docMk/>
            <pc:sldMk cId="3297373064" sldId="256"/>
            <ac:spMk id="69" creationId="{D157F317-0720-7B83-98C8-4CD3813E0DCD}"/>
          </ac:spMkLst>
        </pc:spChg>
        <pc:spChg chg="del">
          <ac:chgData name="Arshia Razavi" userId="904038e0-47ff-4f77-ac26-7244a83cfac5" providerId="ADAL" clId="{1A583024-9FE8-6346-865C-EF2FFC7244D1}" dt="2025-01-31T22:42:39.399" v="5" actId="478"/>
          <ac:spMkLst>
            <pc:docMk/>
            <pc:sldMk cId="3297373064" sldId="256"/>
            <ac:spMk id="70" creationId="{DB2B677E-8057-BBF1-54BA-0EDD6093E07F}"/>
          </ac:spMkLst>
        </pc:sp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66" creationId="{A862AE64-B0E7-BEAC-3C28-A6BCEF1D6FF5}"/>
          </ac:cxnSpMkLst>
        </pc:cxnChg>
        <pc:cxnChg chg="del mod">
          <ac:chgData name="Arshia Razavi" userId="904038e0-47ff-4f77-ac26-7244a83cfac5" providerId="ADAL" clId="{1A583024-9FE8-6346-865C-EF2FFC7244D1}" dt="2025-01-31T22:42:36.096" v="3" actId="478"/>
          <ac:cxnSpMkLst>
            <pc:docMk/>
            <pc:sldMk cId="3297373064" sldId="256"/>
            <ac:cxnSpMk id="68" creationId="{C56C264D-ED9D-0BF1-8E5B-8932E7FEF881}"/>
          </ac:cxnSpMkLst>
        </pc:cxn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72" creationId="{25A8CF5B-E243-53C4-63EA-8D671608B339}"/>
          </ac:cxnSpMkLst>
        </pc:cxnChg>
        <pc:cxnChg chg="mod">
          <ac:chgData name="Arshia Razavi" userId="904038e0-47ff-4f77-ac26-7244a83cfac5" providerId="ADAL" clId="{1A583024-9FE8-6346-865C-EF2FFC7244D1}" dt="2025-01-31T22:43:19.531" v="22" actId="1076"/>
          <ac:cxnSpMkLst>
            <pc:docMk/>
            <pc:sldMk cId="3297373064" sldId="256"/>
            <ac:cxnSpMk id="73" creationId="{47129D9D-1DA1-F60A-6CFF-56D046ABD87B}"/>
          </ac:cxnSpMkLst>
        </pc:cxnChg>
        <pc:cxnChg chg="del mod">
          <ac:chgData name="Arshia Razavi" userId="904038e0-47ff-4f77-ac26-7244a83cfac5" providerId="ADAL" clId="{1A583024-9FE8-6346-865C-EF2FFC7244D1}" dt="2025-01-31T22:42:36.841" v="4" actId="478"/>
          <ac:cxnSpMkLst>
            <pc:docMk/>
            <pc:sldMk cId="3297373064" sldId="256"/>
            <ac:cxnSpMk id="76" creationId="{BC880117-34A2-F820-CE59-582055BDA2C7}"/>
          </ac:cxnSpMkLst>
        </pc:cxnChg>
        <pc:cxnChg chg="del mod">
          <ac:chgData name="Arshia Razavi" userId="904038e0-47ff-4f77-ac26-7244a83cfac5" providerId="ADAL" clId="{1A583024-9FE8-6346-865C-EF2FFC7244D1}" dt="2025-01-31T22:42:35.102" v="2" actId="478"/>
          <ac:cxnSpMkLst>
            <pc:docMk/>
            <pc:sldMk cId="3297373064" sldId="256"/>
            <ac:cxnSpMk id="77" creationId="{F225BBFB-1A84-DA73-E4B4-9671C9C1302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1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8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3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2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8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8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965136-E8C9-0546-A038-E0F5549C2278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F70AE-BAB1-614C-8733-E470E45B33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873C6E22-E481-97FD-DFCA-FF5F0ABA1752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99CF00A-1509-DC32-3918-BAFF955FDCB9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CE8BE6-E217-C518-AE6C-C26CB95AB451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BD6382D-EC98-A79D-EC50-F17B5C789612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3D00794-9C34-7535-5394-5BDF6DF79D76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B301936-4993-44B5-B07C-C8FEB8F72549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6B8C082-9701-AD60-84DE-7C99B0D0FDA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F343CB8-2616-8EAC-0D81-FA32216AD76D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E872C89-D227-1369-192C-2B7A3593D065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8DE99BA-78A9-3CA5-D13F-AE3700CE96F1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040C0B-BF08-3556-AD47-AC897C6664B2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CCBD5A8-B464-162C-A942-B9E9FE800583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35CB1C7-E14A-A77F-0180-85655CBF2B9D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5198FC-E57D-A2B7-8FAE-91ABF5794A9F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80D6AE5-77F6-C34C-8301-146418771AC4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09348E-B54B-A1B5-E91F-A0B18863989F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7A070F5-AE45-098D-58C9-8BE9FA0C3FF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26F96-27B2-DCCB-F6D1-32F72E06BE4F}"/>
              </a:ext>
            </a:extLst>
          </p:cNvPr>
          <p:cNvSpPr txBox="1"/>
          <p:nvPr/>
        </p:nvSpPr>
        <p:spPr>
          <a:xfrm>
            <a:off x="4734340" y="484912"/>
            <a:ext cx="3336170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E3D56D-BAAA-E8B2-ABB2-E4203FEE99D5}"/>
              </a:ext>
            </a:extLst>
          </p:cNvPr>
          <p:cNvSpPr txBox="1"/>
          <p:nvPr/>
        </p:nvSpPr>
        <p:spPr>
          <a:xfrm>
            <a:off x="11113400" y="3019821"/>
            <a:ext cx="2993127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2261CE04-5DF4-FF89-3260-40F461541F72}"/>
              </a:ext>
            </a:extLst>
          </p:cNvPr>
          <p:cNvSpPr/>
          <p:nvPr/>
        </p:nvSpPr>
        <p:spPr>
          <a:xfrm rot="759493">
            <a:off x="1021997" y="3419324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2214D774-C040-5201-C1A4-818171D3A5D7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64985BF9-5367-09B4-550F-2E085AF80EB4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/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𝒆𝒊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blipFill>
                <a:blip r:embed="rId2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/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𝒊𝒆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blipFill>
                <a:blip r:embed="rId3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/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𝒆𝒆</m:t>
                          </m:r>
                        </m:sub>
                      </m:sSub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 l="-5521" r="-1227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862AE64-B0E7-BEAC-3C28-A6BCEF1D6FF5}"/>
              </a:ext>
            </a:extLst>
          </p:cNvPr>
          <p:cNvCxnSpPr>
            <a:cxnSpLocks/>
            <a:stCxn id="67" idx="3"/>
            <a:endCxn id="45" idx="3"/>
          </p:cNvCxnSpPr>
          <p:nvPr/>
        </p:nvCxnSpPr>
        <p:spPr>
          <a:xfrm flipV="1">
            <a:off x="3677629" y="8713247"/>
            <a:ext cx="179799" cy="326066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F907989-26EF-8AB6-77C9-037A45913568}"/>
              </a:ext>
            </a:extLst>
          </p:cNvPr>
          <p:cNvSpPr txBox="1"/>
          <p:nvPr/>
        </p:nvSpPr>
        <p:spPr>
          <a:xfrm>
            <a:off x="-33643" y="11189079"/>
            <a:ext cx="37112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</a:t>
            </a:r>
            <a:endParaRPr lang="en-CA" sz="2801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AADC614E-F3FD-C640-4948-C5878AC6287D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5A8CF5B-E243-53C4-63EA-8D671608B339}"/>
              </a:ext>
            </a:extLst>
          </p:cNvPr>
          <p:cNvCxnSpPr>
            <a:cxnSpLocks/>
            <a:stCxn id="67" idx="3"/>
            <a:endCxn id="48" idx="3"/>
          </p:cNvCxnSpPr>
          <p:nvPr/>
        </p:nvCxnSpPr>
        <p:spPr>
          <a:xfrm flipV="1">
            <a:off x="3677629" y="10187914"/>
            <a:ext cx="1678208" cy="17859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7129D9D-1DA1-F60A-6CFF-56D046ABD87B}"/>
              </a:ext>
            </a:extLst>
          </p:cNvPr>
          <p:cNvCxnSpPr>
            <a:cxnSpLocks/>
            <a:stCxn id="67" idx="3"/>
            <a:endCxn id="44" idx="3"/>
          </p:cNvCxnSpPr>
          <p:nvPr/>
        </p:nvCxnSpPr>
        <p:spPr>
          <a:xfrm flipV="1">
            <a:off x="3677629" y="9352934"/>
            <a:ext cx="1104012" cy="26209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0E82D43-A37B-5406-ECC7-555FE04EDCD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C2086CA-DB12-348B-483F-DD7657C306C9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4C5B86-4BF7-A69F-00C9-3033BC4FAA96}"/>
              </a:ext>
            </a:extLst>
          </p:cNvPr>
          <p:cNvSpPr/>
          <p:nvPr/>
        </p:nvSpPr>
        <p:spPr>
          <a:xfrm>
            <a:off x="6603198" y="853375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F698CD-BFA1-1BFC-92C2-D9887FE53A51}"/>
              </a:ext>
            </a:extLst>
          </p:cNvPr>
          <p:cNvSpPr/>
          <p:nvPr/>
        </p:nvSpPr>
        <p:spPr>
          <a:xfrm>
            <a:off x="6389563" y="486191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E0344C-4709-1D20-2A75-3C7E26B9B1F4}"/>
              </a:ext>
            </a:extLst>
          </p:cNvPr>
          <p:cNvSpPr/>
          <p:nvPr/>
        </p:nvSpPr>
        <p:spPr>
          <a:xfrm>
            <a:off x="6558098" y="1099566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</p:spTree>
    <p:extLst>
      <p:ext uri="{BB962C8B-B14F-4D97-AF65-F5344CB8AC3E}">
        <p14:creationId xmlns:p14="http://schemas.microsoft.com/office/powerpoint/2010/main" val="329737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123C-A91F-1802-8DAE-C2FD2B40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149ED558-68F8-E7A2-1DE1-2BA632B627CF}"/>
              </a:ext>
            </a:extLst>
          </p:cNvPr>
          <p:cNvSpPr/>
          <p:nvPr/>
        </p:nvSpPr>
        <p:spPr>
          <a:xfrm>
            <a:off x="3145710" y="1948092"/>
            <a:ext cx="6652349" cy="1050402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A628AA-B2BA-1F3F-8212-54C009B16E61}"/>
              </a:ext>
            </a:extLst>
          </p:cNvPr>
          <p:cNvSpPr/>
          <p:nvPr/>
        </p:nvSpPr>
        <p:spPr>
          <a:xfrm>
            <a:off x="6638519" y="3063752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C6C8628-1B09-9193-41F2-25213F1EF31C}"/>
              </a:ext>
            </a:extLst>
          </p:cNvPr>
          <p:cNvSpPr/>
          <p:nvPr/>
        </p:nvSpPr>
        <p:spPr>
          <a:xfrm>
            <a:off x="4830080" y="624406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1FCDCA2-8C73-59E9-CC3D-C18849B5447F}"/>
              </a:ext>
            </a:extLst>
          </p:cNvPr>
          <p:cNvSpPr/>
          <p:nvPr/>
        </p:nvSpPr>
        <p:spPr>
          <a:xfrm>
            <a:off x="4719069" y="893209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5EC827C-D0E0-38BC-AE45-B3ED11908B44}"/>
              </a:ext>
            </a:extLst>
          </p:cNvPr>
          <p:cNvSpPr/>
          <p:nvPr/>
        </p:nvSpPr>
        <p:spPr>
          <a:xfrm>
            <a:off x="3794856" y="8292408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CC3FD65-78C0-763B-9D58-95BB149C4D85}"/>
              </a:ext>
            </a:extLst>
          </p:cNvPr>
          <p:cNvSpPr/>
          <p:nvPr/>
        </p:nvSpPr>
        <p:spPr>
          <a:xfrm>
            <a:off x="4881794" y="422039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DAC7C50-980A-0030-BADD-DEF7FD6C67DA}"/>
              </a:ext>
            </a:extLst>
          </p:cNvPr>
          <p:cNvSpPr/>
          <p:nvPr/>
        </p:nvSpPr>
        <p:spPr>
          <a:xfrm>
            <a:off x="7043710" y="615707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17DB93E-56DA-75DC-02DF-670BED388B41}"/>
              </a:ext>
            </a:extLst>
          </p:cNvPr>
          <p:cNvSpPr/>
          <p:nvPr/>
        </p:nvSpPr>
        <p:spPr>
          <a:xfrm>
            <a:off x="5293265" y="976707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867ECC1-6E17-F711-BD45-CAC064F72B9D}"/>
              </a:ext>
            </a:extLst>
          </p:cNvPr>
          <p:cNvSpPr/>
          <p:nvPr/>
        </p:nvSpPr>
        <p:spPr>
          <a:xfrm>
            <a:off x="7880031" y="97597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6666773-4B9D-1308-408E-DC0414A68D08}"/>
              </a:ext>
            </a:extLst>
          </p:cNvPr>
          <p:cNvSpPr/>
          <p:nvPr/>
        </p:nvSpPr>
        <p:spPr>
          <a:xfrm>
            <a:off x="7954752" y="7638754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2C99C0E-91A4-FDD6-1138-72CD6DE42205}"/>
              </a:ext>
            </a:extLst>
          </p:cNvPr>
          <p:cNvSpPr/>
          <p:nvPr/>
        </p:nvSpPr>
        <p:spPr>
          <a:xfrm>
            <a:off x="7939092" y="482382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7EFC4FF-49FE-0ACA-C0B6-7CF71DF0376B}"/>
              </a:ext>
            </a:extLst>
          </p:cNvPr>
          <p:cNvSpPr/>
          <p:nvPr/>
        </p:nvSpPr>
        <p:spPr>
          <a:xfrm>
            <a:off x="10716493" y="4444612"/>
            <a:ext cx="3683720" cy="501440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6A4D126-C415-8A55-CF24-61CAD5497519}"/>
              </a:ext>
            </a:extLst>
          </p:cNvPr>
          <p:cNvSpPr/>
          <p:nvPr/>
        </p:nvSpPr>
        <p:spPr>
          <a:xfrm>
            <a:off x="12053186" y="5225754"/>
            <a:ext cx="427270" cy="49304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2634A9-BBD7-D63A-DBD6-4B53DB51418E}"/>
              </a:ext>
            </a:extLst>
          </p:cNvPr>
          <p:cNvSpPr/>
          <p:nvPr/>
        </p:nvSpPr>
        <p:spPr>
          <a:xfrm>
            <a:off x="11576663" y="651604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DCE5360-1D09-E036-48C7-C07F096E597A}"/>
              </a:ext>
            </a:extLst>
          </p:cNvPr>
          <p:cNvSpPr/>
          <p:nvPr/>
        </p:nvSpPr>
        <p:spPr>
          <a:xfrm>
            <a:off x="11306993" y="752203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480C723-7F64-5CB4-638C-2372C0C431B8}"/>
              </a:ext>
            </a:extLst>
          </p:cNvPr>
          <p:cNvSpPr/>
          <p:nvPr/>
        </p:nvSpPr>
        <p:spPr>
          <a:xfrm>
            <a:off x="12354881" y="8484800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6C592D4-2729-50A4-2CB1-4C1351416166}"/>
              </a:ext>
            </a:extLst>
          </p:cNvPr>
          <p:cNvSpPr/>
          <p:nvPr/>
        </p:nvSpPr>
        <p:spPr>
          <a:xfrm>
            <a:off x="12958326" y="704192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4AE2FD-DC07-6302-5BEE-95A0C4AB16A2}"/>
              </a:ext>
            </a:extLst>
          </p:cNvPr>
          <p:cNvSpPr txBox="1"/>
          <p:nvPr/>
        </p:nvSpPr>
        <p:spPr>
          <a:xfrm>
            <a:off x="4734341" y="484912"/>
            <a:ext cx="3336170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Excitatory </a:t>
            </a:r>
          </a:p>
          <a:p>
            <a:pPr algn="ctr"/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320 neurons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F699B2-8575-9EFF-A9BB-73124E98E223}"/>
              </a:ext>
            </a:extLst>
          </p:cNvPr>
          <p:cNvSpPr txBox="1"/>
          <p:nvPr/>
        </p:nvSpPr>
        <p:spPr>
          <a:xfrm>
            <a:off x="11113400" y="3019821"/>
            <a:ext cx="2993127" cy="12620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Inhibitory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801" b="1" dirty="0">
                <a:latin typeface="Arial" panose="020B0604020202020204" pitchFamily="34" charset="0"/>
                <a:cs typeface="Arial" panose="020B0604020202020204" pitchFamily="34" charset="0"/>
              </a:rPr>
              <a:t>80 neurons</a:t>
            </a:r>
            <a:endParaRPr lang="en-CA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row: Curved Right 47">
            <a:extLst>
              <a:ext uri="{FF2B5EF4-FFF2-40B4-BE49-F238E27FC236}">
                <a16:creationId xmlns:a16="http://schemas.microsoft.com/office/drawing/2014/main" id="{442A7FDC-D83D-274E-5172-2D4F8D5358B2}"/>
              </a:ext>
            </a:extLst>
          </p:cNvPr>
          <p:cNvSpPr/>
          <p:nvPr/>
        </p:nvSpPr>
        <p:spPr>
          <a:xfrm rot="759493">
            <a:off x="1021997" y="3419324"/>
            <a:ext cx="2333502" cy="3907453"/>
          </a:xfrm>
          <a:prstGeom prst="curvedRightArrow">
            <a:avLst/>
          </a:prstGeom>
          <a:gradFill>
            <a:gsLst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1" name="Arrow: Curved Right 48">
            <a:extLst>
              <a:ext uri="{FF2B5EF4-FFF2-40B4-BE49-F238E27FC236}">
                <a16:creationId xmlns:a16="http://schemas.microsoft.com/office/drawing/2014/main" id="{7F84A920-20D5-930E-60D3-03D87B316DC2}"/>
              </a:ext>
            </a:extLst>
          </p:cNvPr>
          <p:cNvSpPr/>
          <p:nvPr/>
        </p:nvSpPr>
        <p:spPr>
          <a:xfrm rot="3746900" flipH="1">
            <a:off x="10000433" y="8725870"/>
            <a:ext cx="2617211" cy="6062282"/>
          </a:xfrm>
          <a:prstGeom prst="curvedRightArrow">
            <a:avLst>
              <a:gd name="adj1" fmla="val 25000"/>
              <a:gd name="adj2" fmla="val 50000"/>
              <a:gd name="adj3" fmla="val 25686"/>
            </a:avLst>
          </a:prstGeom>
          <a:solidFill>
            <a:srgbClr val="7030A0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p:sp>
        <p:nvSpPr>
          <p:cNvPr id="62" name="Arrow: Curved Right 49">
            <a:extLst>
              <a:ext uri="{FF2B5EF4-FFF2-40B4-BE49-F238E27FC236}">
                <a16:creationId xmlns:a16="http://schemas.microsoft.com/office/drawing/2014/main" id="{F9DEE03F-7698-E440-E0C1-4E6DFBBF7623}"/>
              </a:ext>
            </a:extLst>
          </p:cNvPr>
          <p:cNvSpPr/>
          <p:nvPr/>
        </p:nvSpPr>
        <p:spPr>
          <a:xfrm rot="14602921">
            <a:off x="9529761" y="8416877"/>
            <a:ext cx="3075774" cy="7386565"/>
          </a:xfrm>
          <a:prstGeom prst="curved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38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DA49C2F-B1BE-FB8D-BB43-B7BA4E135281}"/>
                  </a:ext>
                </a:extLst>
              </p:cNvPr>
              <p:cNvSpPr txBox="1"/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𝒆𝒊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06EE281-348D-E132-C52E-9A63D961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672" y="10977606"/>
                <a:ext cx="1212063" cy="830997"/>
              </a:xfrm>
              <a:prstGeom prst="rect">
                <a:avLst/>
              </a:prstGeom>
              <a:blipFill>
                <a:blip r:embed="rId2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9A347DE-F1E7-ADC9-A651-4B0308AD8DA1}"/>
                  </a:ext>
                </a:extLst>
              </p:cNvPr>
              <p:cNvSpPr txBox="1"/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𝒊𝒆</m:t>
                          </m:r>
                        </m:sub>
                      </m:sSub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8A28CE8-1B65-2565-49F3-E95CBA8B1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2469" y="12602532"/>
                <a:ext cx="1212063" cy="830997"/>
              </a:xfrm>
              <a:prstGeom prst="rect">
                <a:avLst/>
              </a:prstGeom>
              <a:blipFill>
                <a:blip r:embed="rId3"/>
                <a:stretch>
                  <a:fillRect l="-10417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1A66543-B43F-670A-6B44-428762ABB83E}"/>
                  </a:ext>
                </a:extLst>
              </p:cNvPr>
              <p:cNvSpPr txBox="1"/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𝒈</m:t>
                          </m:r>
                        </m:e>
                        <m:sub>
                          <m:r>
                            <a:rPr lang="en-CA" sz="48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𝒆𝒆</m:t>
                          </m:r>
                        </m:sub>
                      </m:sSub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</m:t>
                      </m:r>
                      <m:r>
                        <a:rPr lang="en-CA" sz="48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CA" sz="4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5F35BE7-2201-FFB1-A5CE-2DCA9D50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40" y="2915676"/>
                <a:ext cx="2060051" cy="830997"/>
              </a:xfrm>
              <a:prstGeom prst="rect">
                <a:avLst/>
              </a:prstGeom>
              <a:blipFill>
                <a:blip r:embed="rId4"/>
                <a:stretch>
                  <a:fillRect l="-5521" r="-1227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021FB37-00F2-D946-0BA3-FC3F10A789AF}"/>
              </a:ext>
            </a:extLst>
          </p:cNvPr>
          <p:cNvCxnSpPr>
            <a:cxnSpLocks/>
            <a:stCxn id="67" idx="3"/>
            <a:endCxn id="45" idx="3"/>
          </p:cNvCxnSpPr>
          <p:nvPr/>
        </p:nvCxnSpPr>
        <p:spPr>
          <a:xfrm flipV="1">
            <a:off x="3591869" y="8713247"/>
            <a:ext cx="265559" cy="34761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9432BCF-9B58-BB59-E8CB-2DB7EAE3DEBC}"/>
              </a:ext>
            </a:extLst>
          </p:cNvPr>
          <p:cNvSpPr txBox="1"/>
          <p:nvPr/>
        </p:nvSpPr>
        <p:spPr>
          <a:xfrm>
            <a:off x="52117" y="11189079"/>
            <a:ext cx="3539752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Targeted</a:t>
            </a:r>
            <a:b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</a:t>
            </a:r>
          </a:p>
          <a:p>
            <a:pPr algn="ctr"/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50 neurons</a:t>
            </a:r>
            <a:endParaRPr lang="en-CA" sz="2800" b="1" i="1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71" name="Freeform: Shape 68">
            <a:extLst>
              <a:ext uri="{FF2B5EF4-FFF2-40B4-BE49-F238E27FC236}">
                <a16:creationId xmlns:a16="http://schemas.microsoft.com/office/drawing/2014/main" id="{5083B264-5DE3-EA8D-3B49-153DAF6F94E9}"/>
              </a:ext>
            </a:extLst>
          </p:cNvPr>
          <p:cNvSpPr/>
          <p:nvPr/>
        </p:nvSpPr>
        <p:spPr>
          <a:xfrm rot="4615309">
            <a:off x="3178136" y="8296440"/>
            <a:ext cx="3378718" cy="2366708"/>
          </a:xfrm>
          <a:custGeom>
            <a:avLst/>
            <a:gdLst>
              <a:gd name="connsiteX0" fmla="*/ 3314700 w 3373594"/>
              <a:gd name="connsiteY0" fmla="*/ 476250 h 2343150"/>
              <a:gd name="connsiteX1" fmla="*/ 3276600 w 3373594"/>
              <a:gd name="connsiteY1" fmla="*/ 819150 h 2343150"/>
              <a:gd name="connsiteX2" fmla="*/ 3143250 w 3373594"/>
              <a:gd name="connsiteY2" fmla="*/ 1047750 h 2343150"/>
              <a:gd name="connsiteX3" fmla="*/ 3048000 w 3373594"/>
              <a:gd name="connsiteY3" fmla="*/ 1238250 h 2343150"/>
              <a:gd name="connsiteX4" fmla="*/ 2952750 w 3373594"/>
              <a:gd name="connsiteY4" fmla="*/ 1371600 h 2343150"/>
              <a:gd name="connsiteX5" fmla="*/ 2914650 w 3373594"/>
              <a:gd name="connsiteY5" fmla="*/ 1428750 h 2343150"/>
              <a:gd name="connsiteX6" fmla="*/ 2705100 w 3373594"/>
              <a:gd name="connsiteY6" fmla="*/ 1600200 h 2343150"/>
              <a:gd name="connsiteX7" fmla="*/ 2552700 w 3373594"/>
              <a:gd name="connsiteY7" fmla="*/ 1733550 h 2343150"/>
              <a:gd name="connsiteX8" fmla="*/ 2438400 w 3373594"/>
              <a:gd name="connsiteY8" fmla="*/ 1790700 h 2343150"/>
              <a:gd name="connsiteX9" fmla="*/ 2209800 w 3373594"/>
              <a:gd name="connsiteY9" fmla="*/ 1885950 h 2343150"/>
              <a:gd name="connsiteX10" fmla="*/ 2114550 w 3373594"/>
              <a:gd name="connsiteY10" fmla="*/ 1905000 h 2343150"/>
              <a:gd name="connsiteX11" fmla="*/ 2019300 w 3373594"/>
              <a:gd name="connsiteY11" fmla="*/ 1943100 h 2343150"/>
              <a:gd name="connsiteX12" fmla="*/ 1771650 w 3373594"/>
              <a:gd name="connsiteY12" fmla="*/ 2019300 h 2343150"/>
              <a:gd name="connsiteX13" fmla="*/ 1676400 w 3373594"/>
              <a:gd name="connsiteY13" fmla="*/ 2057400 h 2343150"/>
              <a:gd name="connsiteX14" fmla="*/ 1524000 w 3373594"/>
              <a:gd name="connsiteY14" fmla="*/ 2095500 h 2343150"/>
              <a:gd name="connsiteX15" fmla="*/ 1409700 w 3373594"/>
              <a:gd name="connsiteY15" fmla="*/ 2133600 h 2343150"/>
              <a:gd name="connsiteX16" fmla="*/ 1276350 w 3373594"/>
              <a:gd name="connsiteY16" fmla="*/ 2171700 h 2343150"/>
              <a:gd name="connsiteX17" fmla="*/ 1219200 w 3373594"/>
              <a:gd name="connsiteY17" fmla="*/ 2190750 h 2343150"/>
              <a:gd name="connsiteX18" fmla="*/ 1162050 w 3373594"/>
              <a:gd name="connsiteY18" fmla="*/ 2228850 h 2343150"/>
              <a:gd name="connsiteX19" fmla="*/ 1085850 w 3373594"/>
              <a:gd name="connsiteY19" fmla="*/ 2247900 h 2343150"/>
              <a:gd name="connsiteX20" fmla="*/ 876300 w 3373594"/>
              <a:gd name="connsiteY20" fmla="*/ 2324100 h 2343150"/>
              <a:gd name="connsiteX21" fmla="*/ 666750 w 3373594"/>
              <a:gd name="connsiteY21" fmla="*/ 2343150 h 2343150"/>
              <a:gd name="connsiteX22" fmla="*/ 266700 w 3373594"/>
              <a:gd name="connsiteY22" fmla="*/ 2305050 h 2343150"/>
              <a:gd name="connsiteX23" fmla="*/ 209550 w 3373594"/>
              <a:gd name="connsiteY23" fmla="*/ 2286000 h 2343150"/>
              <a:gd name="connsiteX24" fmla="*/ 95250 w 3373594"/>
              <a:gd name="connsiteY24" fmla="*/ 2209800 h 2343150"/>
              <a:gd name="connsiteX25" fmla="*/ 57150 w 3373594"/>
              <a:gd name="connsiteY25" fmla="*/ 2133600 h 2343150"/>
              <a:gd name="connsiteX26" fmla="*/ 19050 w 3373594"/>
              <a:gd name="connsiteY26" fmla="*/ 2076450 h 2343150"/>
              <a:gd name="connsiteX27" fmla="*/ 0 w 3373594"/>
              <a:gd name="connsiteY27" fmla="*/ 2000250 h 2343150"/>
              <a:gd name="connsiteX28" fmla="*/ 19050 w 3373594"/>
              <a:gd name="connsiteY28" fmla="*/ 1447800 h 2343150"/>
              <a:gd name="connsiteX29" fmla="*/ 57150 w 3373594"/>
              <a:gd name="connsiteY29" fmla="*/ 1371600 h 2343150"/>
              <a:gd name="connsiteX30" fmla="*/ 114300 w 3373594"/>
              <a:gd name="connsiteY30" fmla="*/ 1276350 h 2343150"/>
              <a:gd name="connsiteX31" fmla="*/ 266700 w 3373594"/>
              <a:gd name="connsiteY31" fmla="*/ 1143000 h 2343150"/>
              <a:gd name="connsiteX32" fmla="*/ 342900 w 3373594"/>
              <a:gd name="connsiteY32" fmla="*/ 1066800 h 2343150"/>
              <a:gd name="connsiteX33" fmla="*/ 438150 w 3373594"/>
              <a:gd name="connsiteY33" fmla="*/ 1009650 h 2343150"/>
              <a:gd name="connsiteX34" fmla="*/ 495300 w 3373594"/>
              <a:gd name="connsiteY34" fmla="*/ 971550 h 2343150"/>
              <a:gd name="connsiteX35" fmla="*/ 571500 w 3373594"/>
              <a:gd name="connsiteY35" fmla="*/ 914400 h 2343150"/>
              <a:gd name="connsiteX36" fmla="*/ 723900 w 3373594"/>
              <a:gd name="connsiteY36" fmla="*/ 838200 h 2343150"/>
              <a:gd name="connsiteX37" fmla="*/ 952500 w 3373594"/>
              <a:gd name="connsiteY37" fmla="*/ 704850 h 2343150"/>
              <a:gd name="connsiteX38" fmla="*/ 1085850 w 3373594"/>
              <a:gd name="connsiteY38" fmla="*/ 628650 h 2343150"/>
              <a:gd name="connsiteX39" fmla="*/ 1219200 w 3373594"/>
              <a:gd name="connsiteY39" fmla="*/ 571500 h 2343150"/>
              <a:gd name="connsiteX40" fmla="*/ 1466850 w 3373594"/>
              <a:gd name="connsiteY40" fmla="*/ 457200 h 2343150"/>
              <a:gd name="connsiteX41" fmla="*/ 1695450 w 3373594"/>
              <a:gd name="connsiteY41" fmla="*/ 323850 h 2343150"/>
              <a:gd name="connsiteX42" fmla="*/ 1771650 w 3373594"/>
              <a:gd name="connsiteY42" fmla="*/ 266700 h 2343150"/>
              <a:gd name="connsiteX43" fmla="*/ 1885950 w 3373594"/>
              <a:gd name="connsiteY43" fmla="*/ 228600 h 2343150"/>
              <a:gd name="connsiteX44" fmla="*/ 1981200 w 3373594"/>
              <a:gd name="connsiteY44" fmla="*/ 190500 h 2343150"/>
              <a:gd name="connsiteX45" fmla="*/ 2076450 w 3373594"/>
              <a:gd name="connsiteY45" fmla="*/ 133350 h 2343150"/>
              <a:gd name="connsiteX46" fmla="*/ 2209800 w 3373594"/>
              <a:gd name="connsiteY46" fmla="*/ 76200 h 2343150"/>
              <a:gd name="connsiteX47" fmla="*/ 2552700 w 3373594"/>
              <a:gd name="connsiteY47" fmla="*/ 19050 h 2343150"/>
              <a:gd name="connsiteX48" fmla="*/ 2628900 w 3373594"/>
              <a:gd name="connsiteY48" fmla="*/ 0 h 2343150"/>
              <a:gd name="connsiteX49" fmla="*/ 3009900 w 3373594"/>
              <a:gd name="connsiteY49" fmla="*/ 38100 h 2343150"/>
              <a:gd name="connsiteX50" fmla="*/ 3086100 w 3373594"/>
              <a:gd name="connsiteY50" fmla="*/ 57150 h 2343150"/>
              <a:gd name="connsiteX51" fmla="*/ 3162300 w 3373594"/>
              <a:gd name="connsiteY51" fmla="*/ 95250 h 2343150"/>
              <a:gd name="connsiteX52" fmla="*/ 3276600 w 3373594"/>
              <a:gd name="connsiteY52" fmla="*/ 190500 h 2343150"/>
              <a:gd name="connsiteX53" fmla="*/ 3352800 w 3373594"/>
              <a:gd name="connsiteY53" fmla="*/ 304800 h 2343150"/>
              <a:gd name="connsiteX54" fmla="*/ 3333750 w 3373594"/>
              <a:gd name="connsiteY54" fmla="*/ 533400 h 2343150"/>
              <a:gd name="connsiteX55" fmla="*/ 3295650 w 3373594"/>
              <a:gd name="connsiteY55" fmla="*/ 590550 h 234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373594" h="2343150">
                <a:moveTo>
                  <a:pt x="3314700" y="476250"/>
                </a:moveTo>
                <a:cubicBezTo>
                  <a:pt x="3302000" y="590550"/>
                  <a:pt x="3302460" y="707092"/>
                  <a:pt x="3276600" y="819150"/>
                </a:cubicBezTo>
                <a:cubicBezTo>
                  <a:pt x="3241530" y="971119"/>
                  <a:pt x="3203548" y="942229"/>
                  <a:pt x="3143250" y="1047750"/>
                </a:cubicBezTo>
                <a:cubicBezTo>
                  <a:pt x="3108027" y="1109391"/>
                  <a:pt x="3087381" y="1179178"/>
                  <a:pt x="3048000" y="1238250"/>
                </a:cubicBezTo>
                <a:cubicBezTo>
                  <a:pt x="2958210" y="1372935"/>
                  <a:pt x="3070895" y="1206197"/>
                  <a:pt x="2952750" y="1371600"/>
                </a:cubicBezTo>
                <a:cubicBezTo>
                  <a:pt x="2939442" y="1390231"/>
                  <a:pt x="2929307" y="1411161"/>
                  <a:pt x="2914650" y="1428750"/>
                </a:cubicBezTo>
                <a:cubicBezTo>
                  <a:pt x="2822398" y="1539453"/>
                  <a:pt x="2855956" y="1449344"/>
                  <a:pt x="2705100" y="1600200"/>
                </a:cubicBezTo>
                <a:cubicBezTo>
                  <a:pt x="2653872" y="1651428"/>
                  <a:pt x="2616658" y="1692849"/>
                  <a:pt x="2552700" y="1733550"/>
                </a:cubicBezTo>
                <a:cubicBezTo>
                  <a:pt x="2516762" y="1756419"/>
                  <a:pt x="2477326" y="1773400"/>
                  <a:pt x="2438400" y="1790700"/>
                </a:cubicBezTo>
                <a:cubicBezTo>
                  <a:pt x="2362965" y="1824227"/>
                  <a:pt x="2290747" y="1869761"/>
                  <a:pt x="2209800" y="1885950"/>
                </a:cubicBezTo>
                <a:cubicBezTo>
                  <a:pt x="2178050" y="1892300"/>
                  <a:pt x="2145563" y="1895696"/>
                  <a:pt x="2114550" y="1905000"/>
                </a:cubicBezTo>
                <a:cubicBezTo>
                  <a:pt x="2081796" y="1914826"/>
                  <a:pt x="2051741" y="1932286"/>
                  <a:pt x="2019300" y="1943100"/>
                </a:cubicBezTo>
                <a:cubicBezTo>
                  <a:pt x="1801663" y="2015646"/>
                  <a:pt x="2158898" y="1864401"/>
                  <a:pt x="1771650" y="2019300"/>
                </a:cubicBezTo>
                <a:cubicBezTo>
                  <a:pt x="1739900" y="2032000"/>
                  <a:pt x="1709084" y="2047344"/>
                  <a:pt x="1676400" y="2057400"/>
                </a:cubicBezTo>
                <a:cubicBezTo>
                  <a:pt x="1626352" y="2072799"/>
                  <a:pt x="1574349" y="2081115"/>
                  <a:pt x="1524000" y="2095500"/>
                </a:cubicBezTo>
                <a:cubicBezTo>
                  <a:pt x="1485384" y="2106533"/>
                  <a:pt x="1448085" y="2121789"/>
                  <a:pt x="1409700" y="2133600"/>
                </a:cubicBezTo>
                <a:cubicBezTo>
                  <a:pt x="1365516" y="2147195"/>
                  <a:pt x="1320629" y="2158416"/>
                  <a:pt x="1276350" y="2171700"/>
                </a:cubicBezTo>
                <a:cubicBezTo>
                  <a:pt x="1257116" y="2177470"/>
                  <a:pt x="1237161" y="2181770"/>
                  <a:pt x="1219200" y="2190750"/>
                </a:cubicBezTo>
                <a:cubicBezTo>
                  <a:pt x="1198722" y="2200989"/>
                  <a:pt x="1183094" y="2219831"/>
                  <a:pt x="1162050" y="2228850"/>
                </a:cubicBezTo>
                <a:cubicBezTo>
                  <a:pt x="1137985" y="2239163"/>
                  <a:pt x="1110688" y="2239621"/>
                  <a:pt x="1085850" y="2247900"/>
                </a:cubicBezTo>
                <a:cubicBezTo>
                  <a:pt x="1021928" y="2269207"/>
                  <a:pt x="942455" y="2312426"/>
                  <a:pt x="876300" y="2324100"/>
                </a:cubicBezTo>
                <a:cubicBezTo>
                  <a:pt x="807229" y="2336289"/>
                  <a:pt x="736600" y="2336800"/>
                  <a:pt x="666750" y="2343150"/>
                </a:cubicBezTo>
                <a:cubicBezTo>
                  <a:pt x="533400" y="2330450"/>
                  <a:pt x="399619" y="2321665"/>
                  <a:pt x="266700" y="2305050"/>
                </a:cubicBezTo>
                <a:cubicBezTo>
                  <a:pt x="246775" y="2302559"/>
                  <a:pt x="227103" y="2295752"/>
                  <a:pt x="209550" y="2286000"/>
                </a:cubicBezTo>
                <a:cubicBezTo>
                  <a:pt x="169522" y="2263762"/>
                  <a:pt x="95250" y="2209800"/>
                  <a:pt x="95250" y="2209800"/>
                </a:cubicBezTo>
                <a:cubicBezTo>
                  <a:pt x="82550" y="2184400"/>
                  <a:pt x="71239" y="2158256"/>
                  <a:pt x="57150" y="2133600"/>
                </a:cubicBezTo>
                <a:cubicBezTo>
                  <a:pt x="45791" y="2113721"/>
                  <a:pt x="28069" y="2097494"/>
                  <a:pt x="19050" y="2076450"/>
                </a:cubicBezTo>
                <a:cubicBezTo>
                  <a:pt x="8737" y="2052385"/>
                  <a:pt x="6350" y="2025650"/>
                  <a:pt x="0" y="2000250"/>
                </a:cubicBezTo>
                <a:cubicBezTo>
                  <a:pt x="6350" y="1816100"/>
                  <a:pt x="2368" y="1631303"/>
                  <a:pt x="19050" y="1447800"/>
                </a:cubicBezTo>
                <a:cubicBezTo>
                  <a:pt x="21621" y="1419519"/>
                  <a:pt x="43359" y="1396424"/>
                  <a:pt x="57150" y="1371600"/>
                </a:cubicBezTo>
                <a:cubicBezTo>
                  <a:pt x="75132" y="1339233"/>
                  <a:pt x="91568" y="1305577"/>
                  <a:pt x="114300" y="1276350"/>
                </a:cubicBezTo>
                <a:cubicBezTo>
                  <a:pt x="180457" y="1191291"/>
                  <a:pt x="190484" y="1209689"/>
                  <a:pt x="266700" y="1143000"/>
                </a:cubicBezTo>
                <a:cubicBezTo>
                  <a:pt x="293733" y="1119346"/>
                  <a:pt x="314546" y="1088853"/>
                  <a:pt x="342900" y="1066800"/>
                </a:cubicBezTo>
                <a:cubicBezTo>
                  <a:pt x="372127" y="1044068"/>
                  <a:pt x="406752" y="1029274"/>
                  <a:pt x="438150" y="1009650"/>
                </a:cubicBezTo>
                <a:cubicBezTo>
                  <a:pt x="457565" y="997516"/>
                  <a:pt x="476669" y="984858"/>
                  <a:pt x="495300" y="971550"/>
                </a:cubicBezTo>
                <a:cubicBezTo>
                  <a:pt x="521136" y="953096"/>
                  <a:pt x="544075" y="930398"/>
                  <a:pt x="571500" y="914400"/>
                </a:cubicBezTo>
                <a:cubicBezTo>
                  <a:pt x="620559" y="885782"/>
                  <a:pt x="674134" y="865571"/>
                  <a:pt x="723900" y="838200"/>
                </a:cubicBezTo>
                <a:cubicBezTo>
                  <a:pt x="801197" y="795687"/>
                  <a:pt x="876155" y="749050"/>
                  <a:pt x="952500" y="704850"/>
                </a:cubicBezTo>
                <a:cubicBezTo>
                  <a:pt x="996806" y="679199"/>
                  <a:pt x="1038794" y="648817"/>
                  <a:pt x="1085850" y="628650"/>
                </a:cubicBezTo>
                <a:cubicBezTo>
                  <a:pt x="1130300" y="609600"/>
                  <a:pt x="1175945" y="593127"/>
                  <a:pt x="1219200" y="571500"/>
                </a:cubicBezTo>
                <a:cubicBezTo>
                  <a:pt x="1459513" y="451343"/>
                  <a:pt x="1247427" y="530341"/>
                  <a:pt x="1466850" y="457200"/>
                </a:cubicBezTo>
                <a:cubicBezTo>
                  <a:pt x="1856534" y="178855"/>
                  <a:pt x="1406434" y="484415"/>
                  <a:pt x="1695450" y="323850"/>
                </a:cubicBezTo>
                <a:cubicBezTo>
                  <a:pt x="1723204" y="308431"/>
                  <a:pt x="1743252" y="280899"/>
                  <a:pt x="1771650" y="266700"/>
                </a:cubicBezTo>
                <a:cubicBezTo>
                  <a:pt x="1807571" y="248739"/>
                  <a:pt x="1848207" y="242325"/>
                  <a:pt x="1885950" y="228600"/>
                </a:cubicBezTo>
                <a:cubicBezTo>
                  <a:pt x="1918087" y="216914"/>
                  <a:pt x="1950614" y="205793"/>
                  <a:pt x="1981200" y="190500"/>
                </a:cubicBezTo>
                <a:cubicBezTo>
                  <a:pt x="2014318" y="173941"/>
                  <a:pt x="2044083" y="151332"/>
                  <a:pt x="2076450" y="133350"/>
                </a:cubicBezTo>
                <a:cubicBezTo>
                  <a:pt x="2113798" y="112601"/>
                  <a:pt x="2165882" y="85611"/>
                  <a:pt x="2209800" y="76200"/>
                </a:cubicBezTo>
                <a:cubicBezTo>
                  <a:pt x="2596164" y="-6592"/>
                  <a:pt x="2265181" y="71326"/>
                  <a:pt x="2552700" y="19050"/>
                </a:cubicBezTo>
                <a:cubicBezTo>
                  <a:pt x="2578459" y="14366"/>
                  <a:pt x="2603500" y="6350"/>
                  <a:pt x="2628900" y="0"/>
                </a:cubicBezTo>
                <a:cubicBezTo>
                  <a:pt x="2755900" y="12700"/>
                  <a:pt x="2883252" y="22269"/>
                  <a:pt x="3009900" y="38100"/>
                </a:cubicBezTo>
                <a:cubicBezTo>
                  <a:pt x="3035880" y="41347"/>
                  <a:pt x="3061585" y="47957"/>
                  <a:pt x="3086100" y="57150"/>
                </a:cubicBezTo>
                <a:cubicBezTo>
                  <a:pt x="3112690" y="67121"/>
                  <a:pt x="3137644" y="81161"/>
                  <a:pt x="3162300" y="95250"/>
                </a:cubicBezTo>
                <a:cubicBezTo>
                  <a:pt x="3206327" y="120408"/>
                  <a:pt x="3245080" y="149974"/>
                  <a:pt x="3276600" y="190500"/>
                </a:cubicBezTo>
                <a:cubicBezTo>
                  <a:pt x="3304713" y="226645"/>
                  <a:pt x="3352800" y="304800"/>
                  <a:pt x="3352800" y="304800"/>
                </a:cubicBezTo>
                <a:cubicBezTo>
                  <a:pt x="3380434" y="415337"/>
                  <a:pt x="3386431" y="388526"/>
                  <a:pt x="3333750" y="533400"/>
                </a:cubicBezTo>
                <a:cubicBezTo>
                  <a:pt x="3325926" y="554917"/>
                  <a:pt x="3295650" y="590550"/>
                  <a:pt x="3295650" y="590550"/>
                </a:cubicBezTo>
              </a:path>
            </a:pathLst>
          </a:custGeom>
          <a:noFill/>
          <a:ln w="76200">
            <a:solidFill>
              <a:schemeClr val="tx1"/>
            </a:solidFill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36E3BBF-6F22-AC1E-23BF-0A264CE09632}"/>
              </a:ext>
            </a:extLst>
          </p:cNvPr>
          <p:cNvCxnSpPr>
            <a:cxnSpLocks/>
            <a:stCxn id="67" idx="3"/>
            <a:endCxn id="48" idx="3"/>
          </p:cNvCxnSpPr>
          <p:nvPr/>
        </p:nvCxnSpPr>
        <p:spPr>
          <a:xfrm flipV="1">
            <a:off x="3591869" y="10187914"/>
            <a:ext cx="1763968" cy="200143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1C5223A-DC8A-F19D-6360-9B03E9710C63}"/>
              </a:ext>
            </a:extLst>
          </p:cNvPr>
          <p:cNvCxnSpPr>
            <a:cxnSpLocks/>
            <a:stCxn id="67" idx="3"/>
            <a:endCxn id="44" idx="3"/>
          </p:cNvCxnSpPr>
          <p:nvPr/>
        </p:nvCxnSpPr>
        <p:spPr>
          <a:xfrm flipV="1">
            <a:off x="3591869" y="9352934"/>
            <a:ext cx="1189772" cy="28364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6C03480-8024-671E-076A-D6EE666C127B}"/>
              </a:ext>
            </a:extLst>
          </p:cNvPr>
          <p:cNvSpPr/>
          <p:nvPr/>
        </p:nvSpPr>
        <p:spPr>
          <a:xfrm>
            <a:off x="6260854" y="6912773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E0BC926-D794-66B0-CEAC-2D1921EBD0AF}"/>
              </a:ext>
            </a:extLst>
          </p:cNvPr>
          <p:cNvSpPr/>
          <p:nvPr/>
        </p:nvSpPr>
        <p:spPr>
          <a:xfrm>
            <a:off x="5675027" y="3779176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7F5ED0C-C311-DB0F-3109-2E8FC8A6BA72}"/>
              </a:ext>
            </a:extLst>
          </p:cNvPr>
          <p:cNvSpPr/>
          <p:nvPr/>
        </p:nvSpPr>
        <p:spPr>
          <a:xfrm>
            <a:off x="6603198" y="853375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50A3C82-ABD5-0C0D-5157-E633FE36F568}"/>
              </a:ext>
            </a:extLst>
          </p:cNvPr>
          <p:cNvSpPr/>
          <p:nvPr/>
        </p:nvSpPr>
        <p:spPr>
          <a:xfrm>
            <a:off x="6389563" y="4861919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4336F6-BF9B-ACED-5778-A31FBA18D01F}"/>
              </a:ext>
            </a:extLst>
          </p:cNvPr>
          <p:cNvSpPr/>
          <p:nvPr/>
        </p:nvSpPr>
        <p:spPr>
          <a:xfrm>
            <a:off x="6558098" y="10995665"/>
            <a:ext cx="427270" cy="4930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80"/>
          </a:p>
        </p:txBody>
      </p:sp>
    </p:spTree>
    <p:extLst>
      <p:ext uri="{BB962C8B-B14F-4D97-AF65-F5344CB8AC3E}">
        <p14:creationId xmlns:p14="http://schemas.microsoft.com/office/powerpoint/2010/main" val="71041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34</Words>
  <Application>Microsoft Office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4</cp:revision>
  <dcterms:created xsi:type="dcterms:W3CDTF">2025-01-28T21:57:31Z</dcterms:created>
  <dcterms:modified xsi:type="dcterms:W3CDTF">2025-05-26T16:52:04Z</dcterms:modified>
</cp:coreProperties>
</file>