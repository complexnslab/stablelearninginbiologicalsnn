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7" r:id="rId2"/>
  </p:sldIdLst>
  <p:sldSz cx="19799300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AC6757-4CA3-FF43-9282-72E36F1B7265}" v="3" dt="2025-01-28T20:12:54.2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7"/>
    <p:restoredTop sz="94648"/>
  </p:normalViewPr>
  <p:slideViewPr>
    <p:cSldViewPr snapToGrid="0">
      <p:cViewPr>
        <p:scale>
          <a:sx n="53" d="100"/>
          <a:sy n="53" d="100"/>
        </p:scale>
        <p:origin x="592" y="1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74913" y="883861"/>
            <a:ext cx="14849475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74913" y="2836605"/>
            <a:ext cx="14849475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3742-EFAA-3247-B12B-386090F9B9CE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79B3-3E0C-FE47-80EC-A5211832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240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3742-EFAA-3247-B12B-386090F9B9CE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79B3-3E0C-FE47-80EC-A5211832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330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0890" y="1346419"/>
            <a:ext cx="17076896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0890" y="3614203"/>
            <a:ext cx="17076896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82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3742-EFAA-3247-B12B-386090F9B9CE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79B3-3E0C-FE47-80EC-A5211832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822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61202" y="1437680"/>
            <a:ext cx="8414703" cy="3426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23395" y="1437680"/>
            <a:ext cx="8414703" cy="3426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3742-EFAA-3247-B12B-386090F9B9CE}" type="datetimeFigureOut">
              <a:rPr lang="en-US" smtClean="0"/>
              <a:t>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79B3-3E0C-FE47-80EC-A5211832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361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781" y="287536"/>
            <a:ext cx="17076896" cy="1043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3782" y="1323916"/>
            <a:ext cx="8376031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3782" y="1972747"/>
            <a:ext cx="8376031" cy="290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023396" y="1323916"/>
            <a:ext cx="8417281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023396" y="1972747"/>
            <a:ext cx="8417281" cy="290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3742-EFAA-3247-B12B-386090F9B9CE}" type="datetimeFigureOut">
              <a:rPr lang="en-US" smtClean="0"/>
              <a:t>1/28/25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79B3-3E0C-FE47-80EC-A5211832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918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3742-EFAA-3247-B12B-386090F9B9CE}" type="datetimeFigureOut">
              <a:rPr lang="en-US" smtClean="0"/>
              <a:t>1/28/25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79B3-3E0C-FE47-80EC-A5211832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17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3742-EFAA-3247-B12B-386090F9B9CE}" type="datetimeFigureOut">
              <a:rPr lang="en-US" smtClean="0"/>
              <a:t>1/28/25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79B3-3E0C-FE47-80EC-A5211832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957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782" y="360045"/>
            <a:ext cx="6385789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7281" y="777597"/>
            <a:ext cx="10023396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3782" y="1620202"/>
            <a:ext cx="6385789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3742-EFAA-3247-B12B-386090F9B9CE}" type="datetimeFigureOut">
              <a:rPr lang="en-US" smtClean="0"/>
              <a:t>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79B3-3E0C-FE47-80EC-A5211832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24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782" y="360045"/>
            <a:ext cx="6385789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417281" y="777597"/>
            <a:ext cx="10023396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3782" y="1620202"/>
            <a:ext cx="6385789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3742-EFAA-3247-B12B-386090F9B9CE}" type="datetimeFigureOut">
              <a:rPr lang="en-US" smtClean="0"/>
              <a:t>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79B3-3E0C-FE47-80EC-A5211832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394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3742-EFAA-3247-B12B-386090F9B9CE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79B3-3E0C-FE47-80EC-A5211832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638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168874" y="287536"/>
            <a:ext cx="4269224" cy="457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61202" y="287536"/>
            <a:ext cx="12560181" cy="457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3742-EFAA-3247-B12B-386090F9B9CE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B79B3-3E0C-FE47-80EC-A5211832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956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1202" y="287536"/>
            <a:ext cx="17076896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1202" y="1437680"/>
            <a:ext cx="17076896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61202" y="5005626"/>
            <a:ext cx="4454843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253742-EFAA-3247-B12B-386090F9B9CE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58518" y="5005626"/>
            <a:ext cx="6682264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983255" y="5005626"/>
            <a:ext cx="4454843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DB79B3-3E0C-FE47-80EC-A5211832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39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1EAF95-4F72-C692-596F-66A06B744FB7}"/>
              </a:ext>
            </a:extLst>
          </p:cNvPr>
          <p:cNvSpPr txBox="1"/>
          <p:nvPr/>
        </p:nvSpPr>
        <p:spPr>
          <a:xfrm>
            <a:off x="18138718" y="4246385"/>
            <a:ext cx="14921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endParaRPr lang="en-CA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2AC754-EA73-71B0-39B5-D4D052F33701}"/>
              </a:ext>
            </a:extLst>
          </p:cNvPr>
          <p:cNvSpPr txBox="1"/>
          <p:nvPr/>
        </p:nvSpPr>
        <p:spPr>
          <a:xfrm rot="16200000">
            <a:off x="4045341" y="2446029"/>
            <a:ext cx="31976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latin typeface="Arial" panose="020B0604020202020204" pitchFamily="34" charset="0"/>
                <a:cs typeface="Arial" panose="020B0604020202020204" pitchFamily="34" charset="0"/>
              </a:rPr>
              <a:t>Spike Train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FBB7014-8771-C568-BDDD-7A6F1444E547}"/>
              </a:ext>
            </a:extLst>
          </p:cNvPr>
          <p:cNvCxnSpPr>
            <a:cxnSpLocks/>
          </p:cNvCxnSpPr>
          <p:nvPr/>
        </p:nvCxnSpPr>
        <p:spPr>
          <a:xfrm flipV="1">
            <a:off x="6120516" y="5082654"/>
            <a:ext cx="12823939" cy="3773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AB3B362-EBCD-6577-0C8A-4E42ACD60F37}"/>
              </a:ext>
            </a:extLst>
          </p:cNvPr>
          <p:cNvSpPr txBox="1"/>
          <p:nvPr/>
        </p:nvSpPr>
        <p:spPr>
          <a:xfrm>
            <a:off x="185325" y="723720"/>
            <a:ext cx="45448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b="1" dirty="0">
                <a:latin typeface="Arial" panose="020B0604020202020204" pitchFamily="34" charset="0"/>
                <a:cs typeface="Arial" panose="020B0604020202020204" pitchFamily="34" charset="0"/>
              </a:rPr>
              <a:t>Presynaptic Neuron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C2D29C-1FAC-726A-C763-BB2B31DD9C61}"/>
              </a:ext>
            </a:extLst>
          </p:cNvPr>
          <p:cNvSpPr txBox="1"/>
          <p:nvPr/>
        </p:nvSpPr>
        <p:spPr>
          <a:xfrm>
            <a:off x="244558" y="4259006"/>
            <a:ext cx="4801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b="1" dirty="0">
                <a:latin typeface="Arial" panose="020B0604020202020204" pitchFamily="34" charset="0"/>
                <a:cs typeface="Arial" panose="020B0604020202020204" pitchFamily="34" charset="0"/>
              </a:rPr>
              <a:t>Postsynaptic Neuron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0102F6-DC92-A114-E7E8-9A40E0CE5537}"/>
              </a:ext>
            </a:extLst>
          </p:cNvPr>
          <p:cNvSpPr/>
          <p:nvPr/>
        </p:nvSpPr>
        <p:spPr>
          <a:xfrm rot="793578">
            <a:off x="15527289" y="914766"/>
            <a:ext cx="1157799" cy="3804180"/>
          </a:xfrm>
          <a:prstGeom prst="ellipse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9C4EE65-A2E5-02AF-4F25-71942B3F9902}"/>
              </a:ext>
            </a:extLst>
          </p:cNvPr>
          <p:cNvSpPr/>
          <p:nvPr/>
        </p:nvSpPr>
        <p:spPr>
          <a:xfrm rot="9625893">
            <a:off x="8051256" y="953925"/>
            <a:ext cx="1279914" cy="3850770"/>
          </a:xfrm>
          <a:prstGeom prst="ellipse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A005661-C104-5A28-BAEC-6739CC2F5E87}"/>
              </a:ext>
            </a:extLst>
          </p:cNvPr>
          <p:cNvCxnSpPr/>
          <p:nvPr/>
        </p:nvCxnSpPr>
        <p:spPr>
          <a:xfrm>
            <a:off x="8190270" y="1284991"/>
            <a:ext cx="0" cy="95250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45954C3-D44E-149F-8E79-F968BD44A775}"/>
              </a:ext>
            </a:extLst>
          </p:cNvPr>
          <p:cNvCxnSpPr/>
          <p:nvPr/>
        </p:nvCxnSpPr>
        <p:spPr>
          <a:xfrm>
            <a:off x="10599642" y="1284991"/>
            <a:ext cx="0" cy="95250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F454CA-6937-968F-E544-C56648C41D5D}"/>
              </a:ext>
            </a:extLst>
          </p:cNvPr>
          <p:cNvCxnSpPr/>
          <p:nvPr/>
        </p:nvCxnSpPr>
        <p:spPr>
          <a:xfrm>
            <a:off x="11416605" y="1284991"/>
            <a:ext cx="0" cy="95250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144731C-CE0F-8CDE-8E84-8753D9A2375B}"/>
              </a:ext>
            </a:extLst>
          </p:cNvPr>
          <p:cNvCxnSpPr/>
          <p:nvPr/>
        </p:nvCxnSpPr>
        <p:spPr>
          <a:xfrm>
            <a:off x="13550204" y="1284991"/>
            <a:ext cx="0" cy="95250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4D687A2-6908-7DD5-9EDF-14902DCD32E6}"/>
              </a:ext>
            </a:extLst>
          </p:cNvPr>
          <p:cNvCxnSpPr/>
          <p:nvPr/>
        </p:nvCxnSpPr>
        <p:spPr>
          <a:xfrm>
            <a:off x="17318476" y="1284991"/>
            <a:ext cx="0" cy="95250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56E2432-9303-0F7E-68A1-700A0E228FEB}"/>
              </a:ext>
            </a:extLst>
          </p:cNvPr>
          <p:cNvCxnSpPr/>
          <p:nvPr/>
        </p:nvCxnSpPr>
        <p:spPr>
          <a:xfrm>
            <a:off x="16428568" y="1284991"/>
            <a:ext cx="0" cy="95250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8EC1CC9-F9D3-3D6B-4016-28665A254418}"/>
              </a:ext>
            </a:extLst>
          </p:cNvPr>
          <p:cNvCxnSpPr/>
          <p:nvPr/>
        </p:nvCxnSpPr>
        <p:spPr>
          <a:xfrm>
            <a:off x="9097414" y="3458645"/>
            <a:ext cx="0" cy="9525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BD283E3-B6EA-B284-8F61-DE3AA07EBEE9}"/>
              </a:ext>
            </a:extLst>
          </p:cNvPr>
          <p:cNvCxnSpPr/>
          <p:nvPr/>
        </p:nvCxnSpPr>
        <p:spPr>
          <a:xfrm>
            <a:off x="11768042" y="3458645"/>
            <a:ext cx="0" cy="9525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B0BA13C-414E-7898-E687-6098D746D314}"/>
              </a:ext>
            </a:extLst>
          </p:cNvPr>
          <p:cNvCxnSpPr/>
          <p:nvPr/>
        </p:nvCxnSpPr>
        <p:spPr>
          <a:xfrm>
            <a:off x="12047976" y="3458645"/>
            <a:ext cx="0" cy="9525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85BC171-C277-DA8D-605C-495B5D49950A}"/>
              </a:ext>
            </a:extLst>
          </p:cNvPr>
          <p:cNvCxnSpPr/>
          <p:nvPr/>
        </p:nvCxnSpPr>
        <p:spPr>
          <a:xfrm>
            <a:off x="13209119" y="3458645"/>
            <a:ext cx="0" cy="9525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7667127-6D91-4491-CB3C-07B703938543}"/>
              </a:ext>
            </a:extLst>
          </p:cNvPr>
          <p:cNvCxnSpPr/>
          <p:nvPr/>
        </p:nvCxnSpPr>
        <p:spPr>
          <a:xfrm>
            <a:off x="17949849" y="3458645"/>
            <a:ext cx="0" cy="9525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78EB3A0-F298-0636-017A-BA7A8E8F1C52}"/>
              </a:ext>
            </a:extLst>
          </p:cNvPr>
          <p:cNvCxnSpPr/>
          <p:nvPr/>
        </p:nvCxnSpPr>
        <p:spPr>
          <a:xfrm>
            <a:off x="15768170" y="3458645"/>
            <a:ext cx="0" cy="9525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FBF6106-90E2-8096-63C9-473AE5E4F9D6}"/>
              </a:ext>
            </a:extLst>
          </p:cNvPr>
          <p:cNvSpPr txBox="1"/>
          <p:nvPr/>
        </p:nvSpPr>
        <p:spPr>
          <a:xfrm>
            <a:off x="7510868" y="414771"/>
            <a:ext cx="2262158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Potentiation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957CDF-A68E-CD87-6BF9-F07287B880CF}"/>
              </a:ext>
            </a:extLst>
          </p:cNvPr>
          <p:cNvSpPr txBox="1"/>
          <p:nvPr/>
        </p:nvSpPr>
        <p:spPr>
          <a:xfrm>
            <a:off x="15174940" y="433140"/>
            <a:ext cx="2143536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Depression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3E6044C-0E25-A1F4-98E6-77DDF18F3AD1}"/>
              </a:ext>
            </a:extLst>
          </p:cNvPr>
          <p:cNvSpPr/>
          <p:nvPr/>
        </p:nvSpPr>
        <p:spPr>
          <a:xfrm>
            <a:off x="1005466" y="1406627"/>
            <a:ext cx="624109" cy="696685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6304B8D-20E2-01A2-AF28-41868D32C6BD}"/>
              </a:ext>
            </a:extLst>
          </p:cNvPr>
          <p:cNvSpPr/>
          <p:nvPr/>
        </p:nvSpPr>
        <p:spPr>
          <a:xfrm>
            <a:off x="2538424" y="3538593"/>
            <a:ext cx="624109" cy="696685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33DA2D0-14F6-C3E8-FAEB-ACFD5E15E41C}"/>
              </a:ext>
            </a:extLst>
          </p:cNvPr>
          <p:cNvCxnSpPr>
            <a:cxnSpLocks/>
            <a:stCxn id="26" idx="5"/>
            <a:endCxn id="27" idx="1"/>
          </p:cNvCxnSpPr>
          <p:nvPr/>
        </p:nvCxnSpPr>
        <p:spPr>
          <a:xfrm>
            <a:off x="1538176" y="2001285"/>
            <a:ext cx="1091647" cy="163933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2138A9A-4048-915C-84BA-4869A0FE71E7}"/>
                  </a:ext>
                </a:extLst>
              </p:cNvPr>
              <p:cNvSpPr txBox="1"/>
              <p:nvPr/>
            </p:nvSpPr>
            <p:spPr>
              <a:xfrm>
                <a:off x="1955304" y="2056486"/>
                <a:ext cx="2079352" cy="6890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36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CA" sz="36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𝒘</m:t>
                          </m:r>
                        </m:e>
                        <m:sub>
                          <m:r>
                            <a:rPr lang="en-CA" sz="3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𝑝𝑜𝑠𝑡</m:t>
                          </m:r>
                          <m:r>
                            <a:rPr lang="en-CA" sz="3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n-CA" sz="3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𝑝𝑟𝑒</m:t>
                          </m:r>
                        </m:sub>
                      </m:sSub>
                    </m:oMath>
                  </m:oMathPara>
                </a14:m>
                <a:endParaRPr lang="en-CA" sz="3201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2138A9A-4048-915C-84BA-4869A0FE7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304" y="2056486"/>
                <a:ext cx="2079352" cy="689099"/>
              </a:xfrm>
              <a:prstGeom prst="rect">
                <a:avLst/>
              </a:prstGeom>
              <a:blipFill>
                <a:blip r:embed="rId2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9BC3C9D-28B4-7E99-BFEE-BA44E2FC3F6B}"/>
              </a:ext>
            </a:extLst>
          </p:cNvPr>
          <p:cNvCxnSpPr>
            <a:cxnSpLocks/>
          </p:cNvCxnSpPr>
          <p:nvPr/>
        </p:nvCxnSpPr>
        <p:spPr>
          <a:xfrm>
            <a:off x="8190270" y="2237491"/>
            <a:ext cx="0" cy="222670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E0CDA36-D58A-D5D6-0866-BB618C45D6C7}"/>
              </a:ext>
            </a:extLst>
          </p:cNvPr>
          <p:cNvCxnSpPr>
            <a:cxnSpLocks/>
          </p:cNvCxnSpPr>
          <p:nvPr/>
        </p:nvCxnSpPr>
        <p:spPr>
          <a:xfrm>
            <a:off x="9097414" y="1231945"/>
            <a:ext cx="0" cy="222670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BFD0AE7-ACE8-F940-42AD-26D748834C4B}"/>
              </a:ext>
            </a:extLst>
          </p:cNvPr>
          <p:cNvCxnSpPr>
            <a:cxnSpLocks/>
          </p:cNvCxnSpPr>
          <p:nvPr/>
        </p:nvCxnSpPr>
        <p:spPr>
          <a:xfrm>
            <a:off x="8190271" y="2908997"/>
            <a:ext cx="907144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36C9ADD-0DF3-1628-380C-A4288AD87CBC}"/>
              </a:ext>
            </a:extLst>
          </p:cNvPr>
          <p:cNvCxnSpPr>
            <a:cxnSpLocks/>
          </p:cNvCxnSpPr>
          <p:nvPr/>
        </p:nvCxnSpPr>
        <p:spPr>
          <a:xfrm>
            <a:off x="16428568" y="2237491"/>
            <a:ext cx="0" cy="222670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D8982A9-D3C1-CA47-6975-D11A3C7BA98F}"/>
              </a:ext>
            </a:extLst>
          </p:cNvPr>
          <p:cNvCxnSpPr>
            <a:cxnSpLocks/>
          </p:cNvCxnSpPr>
          <p:nvPr/>
        </p:nvCxnSpPr>
        <p:spPr>
          <a:xfrm>
            <a:off x="15768170" y="1311890"/>
            <a:ext cx="0" cy="222670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778EAC7-ADE0-53DF-3D70-35EA578E045B}"/>
              </a:ext>
            </a:extLst>
          </p:cNvPr>
          <p:cNvCxnSpPr>
            <a:cxnSpLocks/>
          </p:cNvCxnSpPr>
          <p:nvPr/>
        </p:nvCxnSpPr>
        <p:spPr>
          <a:xfrm>
            <a:off x="15768170" y="2990045"/>
            <a:ext cx="66040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C2BE76-4DDC-F66B-32D1-00CE411324FC}"/>
                  </a:ext>
                </a:extLst>
              </p:cNvPr>
              <p:cNvSpPr txBox="1"/>
              <p:nvPr/>
            </p:nvSpPr>
            <p:spPr>
              <a:xfrm>
                <a:off x="15889699" y="2478270"/>
                <a:ext cx="463267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3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𝜹</m:t>
                      </m:r>
                      <m:r>
                        <a:rPr lang="en-CA" sz="3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CA" sz="3000" b="1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C2BE76-4DDC-F66B-32D1-00CE411324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9699" y="2478270"/>
                <a:ext cx="463267" cy="461665"/>
              </a:xfrm>
              <a:prstGeom prst="rect">
                <a:avLst/>
              </a:prstGeom>
              <a:blipFill>
                <a:blip r:embed="rId3"/>
                <a:stretch>
                  <a:fillRect l="-21622" r="-21622"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A8428BD-B4B8-C13E-1789-BBAB28F0C76E}"/>
                  </a:ext>
                </a:extLst>
              </p:cNvPr>
              <p:cNvSpPr txBox="1"/>
              <p:nvPr/>
            </p:nvSpPr>
            <p:spPr>
              <a:xfrm>
                <a:off x="8427437" y="2425243"/>
                <a:ext cx="463268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3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𝜹</m:t>
                      </m:r>
                      <m:r>
                        <a:rPr lang="en-CA" sz="3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CA" sz="3000" b="1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A8428BD-B4B8-C13E-1789-BBAB28F0C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7437" y="2425243"/>
                <a:ext cx="463268" cy="461665"/>
              </a:xfrm>
              <a:prstGeom prst="rect">
                <a:avLst/>
              </a:prstGeom>
              <a:blipFill>
                <a:blip r:embed="rId4"/>
                <a:stretch>
                  <a:fillRect l="-18919" r="-21622"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4148A5B-BDF3-D8B4-6C04-80878AA711B3}"/>
              </a:ext>
            </a:extLst>
          </p:cNvPr>
          <p:cNvCxnSpPr>
            <a:cxnSpLocks/>
          </p:cNvCxnSpPr>
          <p:nvPr/>
        </p:nvCxnSpPr>
        <p:spPr>
          <a:xfrm flipV="1">
            <a:off x="6120513" y="130682"/>
            <a:ext cx="0" cy="501682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9828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12</Words>
  <Application>Microsoft Macintosh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Arshia Razavi</dc:creator>
  <cp:lastModifiedBy>Arshia Razavi</cp:lastModifiedBy>
  <cp:revision>1</cp:revision>
  <dcterms:created xsi:type="dcterms:W3CDTF">2025-01-28T19:59:37Z</dcterms:created>
  <dcterms:modified xsi:type="dcterms:W3CDTF">2025-01-28T20:13:19Z</dcterms:modified>
</cp:coreProperties>
</file>